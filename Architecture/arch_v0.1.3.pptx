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56" r:id="rId6"/>
    <p:sldId id="26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E7265C5-9FC5-43B0-B90A-F1B37CBC2497}">
          <p14:sldIdLst>
            <p14:sldId id="263"/>
          </p14:sldIdLst>
        </p14:section>
        <p14:section name="Sezione senza titolo" id="{AEBB7C26-BF0B-44CD-ABEA-A03B75F9A054}">
          <p14:sldIdLst>
            <p14:sldId id="256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71" autoAdjust="0"/>
    <p:restoredTop sz="94660"/>
  </p:normalViewPr>
  <p:slideViewPr>
    <p:cSldViewPr snapToGrid="0">
      <p:cViewPr>
        <p:scale>
          <a:sx n="110" d="100"/>
          <a:sy n="110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961DC-3480-4C43-86EF-1FB9F8C7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A7E5E-AAE0-4EC9-B08E-A2EE9BC0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5A64C4-A942-4562-B992-6BC4AC30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DB7D2D-AC8E-41AA-89AD-68C62A9D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89B83-960F-4B71-A3C4-E6EC3EAE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38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7EE9-0BB3-4509-84EF-73F9FCD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8385F-32B2-4B86-9D0D-52DE4D9D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95E9A-18BC-417E-B2F3-7DB60CD2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346E14-9F4F-48B1-B83B-14AD256C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FCD0CE-60D1-4B38-8203-8B537DB7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AD40E-50D4-4C1C-B90D-0897AF9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53DD4-A02C-4026-ABED-8E6AB5DA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7D65FC-1358-4729-A621-662385D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C338-3094-4E36-9853-28EB99D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DAC27-FAC6-44FB-939C-945FD72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5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76BADD-15A4-461A-9C66-EDED169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EBB8E-3195-4E23-BABE-850DB010A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27EBD-D1FF-4F2D-B4DB-4946C9B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353A01-CDB3-43C9-8998-B85DB240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4B51C-089A-4D6D-93DC-E6CC8E39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DE83D-3D22-4670-8525-D513F333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3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379C9-443A-4A7D-AB74-87DCEB8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27583-57FB-420D-A020-D96C0361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5DE789-A483-4998-A369-5EAA34E8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F1949-B8E2-4D5C-8530-7205F8B58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62B96F-AB02-4F1D-AB8B-56F50BA4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71739A-843C-41FE-9ADA-85ECD80B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BCEFBE-A20D-41A1-952A-F671473C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334859-B0B9-4D81-89CB-DE84B2A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8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ACE7B-096E-4140-8320-DFE1BC45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497F-7432-4E04-926A-A8B728E8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DB696-9655-41E2-BEE4-2A0EF31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CE1430-4F22-4E6E-BE81-356CF2A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10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F950A0-E965-49FD-98A9-7C98E32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51EB95-77DF-4A98-8D17-9F300EF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BC1BA-797A-4627-857F-6F0985CA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45EC0-10C4-433A-962E-74D331C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D83150-D1AD-499E-B419-2499C09F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EB179A-DB92-4D26-8839-3610F4921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0B69CC-44CF-4D16-B37E-B1006E1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AB78C5-9F7B-43B9-9F17-F8AE9CFC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36409C-F88D-429C-AAB0-B6AF5301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87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52C0C-CB50-4716-BE52-762E7F4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07496D9-04DC-423D-BBED-4FC60733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30C406-C05C-4F90-B5C5-8491953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B25B02-9D39-41D7-B742-72DABDF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E6932A-55DA-4B76-B326-11213AE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5A24D3-A8F3-4499-91D7-97F5774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7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E3D88-19A5-4860-8ACD-F83E715E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78C8C2-03CF-4976-B493-6FA6046B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457B2C-1793-4C87-94C6-CBFA05A5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4E3ED3-5443-4430-BCB4-973C9B6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CDF41-7183-43FE-A50C-5E362BD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6B007F-DD40-4881-BDE1-5FDCC79BA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BC2095-5DFA-4132-908D-1664A772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5A85D-BA56-4C73-927D-8473E241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A8929-4957-4389-996D-4B90FD9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092F90-B711-4843-8E3F-7E720C9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90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80539-6588-42F3-ADC9-8BF6038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72047-67A7-4867-A4E2-7B65BA59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B1C7F-241C-4BE3-B152-B91823D6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DBFF9-9203-4124-A996-E1994362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15DA6C-3F1E-4482-991D-445BA4BE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0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77B15F1C-DAAC-489A-B025-A92C5CA903EC}"/>
              </a:ext>
            </a:extLst>
          </p:cNvPr>
          <p:cNvSpPr>
            <a:spLocks noChangeAspect="1"/>
          </p:cNvSpPr>
          <p:nvPr/>
        </p:nvSpPr>
        <p:spPr>
          <a:xfrm>
            <a:off x="4525450" y="270902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D17EF0CF-A2C2-4A51-87A8-E188A3638D80}"/>
              </a:ext>
            </a:extLst>
          </p:cNvPr>
          <p:cNvSpPr/>
          <p:nvPr/>
        </p:nvSpPr>
        <p:spPr>
          <a:xfrm>
            <a:off x="4481885" y="265910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1</a:t>
            </a:r>
            <a:endParaRPr lang="it-IT" sz="1000" dirty="0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62525C4E-1AE9-43F9-A414-6EBA7DDB7616}"/>
              </a:ext>
            </a:extLst>
          </p:cNvPr>
          <p:cNvSpPr>
            <a:spLocks noChangeAspect="1"/>
          </p:cNvSpPr>
          <p:nvPr/>
        </p:nvSpPr>
        <p:spPr>
          <a:xfrm>
            <a:off x="6249755" y="271773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319717CA-1614-444B-99A6-C09ED92FFAAE}"/>
              </a:ext>
            </a:extLst>
          </p:cNvPr>
          <p:cNvSpPr/>
          <p:nvPr/>
        </p:nvSpPr>
        <p:spPr>
          <a:xfrm>
            <a:off x="6206190" y="266781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2</a:t>
            </a:r>
            <a:endParaRPr lang="it-IT" sz="1000" dirty="0"/>
          </a:p>
        </p:txBody>
      </p:sp>
      <p:sp>
        <p:nvSpPr>
          <p:cNvPr id="119" name="Ovale 118">
            <a:extLst>
              <a:ext uri="{FF2B5EF4-FFF2-40B4-BE49-F238E27FC236}">
                <a16:creationId xmlns:a16="http://schemas.microsoft.com/office/drawing/2014/main" id="{0750563E-0656-4C15-81C2-05674D4E5192}"/>
              </a:ext>
            </a:extLst>
          </p:cNvPr>
          <p:cNvSpPr>
            <a:spLocks noChangeAspect="1"/>
          </p:cNvSpPr>
          <p:nvPr/>
        </p:nvSpPr>
        <p:spPr>
          <a:xfrm>
            <a:off x="8949422" y="2325844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A934754-49EF-4555-9EE6-0FE9601F19A0}"/>
              </a:ext>
            </a:extLst>
          </p:cNvPr>
          <p:cNvSpPr/>
          <p:nvPr/>
        </p:nvSpPr>
        <p:spPr>
          <a:xfrm>
            <a:off x="8905857" y="2275926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3</a:t>
            </a:r>
            <a:endParaRPr lang="it-IT" sz="1000" dirty="0"/>
          </a:p>
        </p:txBody>
      </p:sp>
    </p:spTree>
    <p:extLst>
      <p:ext uri="{BB962C8B-B14F-4D97-AF65-F5344CB8AC3E}">
        <p14:creationId xmlns:p14="http://schemas.microsoft.com/office/powerpoint/2010/main" val="159272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187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590794" y="2418985"/>
            <a:ext cx="12173" cy="191633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272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5C89AF7B4F1459F93F161312FB19B" ma:contentTypeVersion="18" ma:contentTypeDescription="Creare un nuovo documento." ma:contentTypeScope="" ma:versionID="fcdd580472fb31ec9bf33b65718e17ea">
  <xsd:schema xmlns:xsd="http://www.w3.org/2001/XMLSchema" xmlns:xs="http://www.w3.org/2001/XMLSchema" xmlns:p="http://schemas.microsoft.com/office/2006/metadata/properties" xmlns:ns3="94d2f9b8-77bc-4f2b-bb70-861e498a49cc" xmlns:ns4="aa705ed4-dc95-4468-8f11-8f368b237bda" targetNamespace="http://schemas.microsoft.com/office/2006/metadata/properties" ma:root="true" ma:fieldsID="aa69c65771c549eabce53540edf481a8" ns3:_="" ns4:_="">
    <xsd:import namespace="94d2f9b8-77bc-4f2b-bb70-861e498a49cc"/>
    <xsd:import namespace="aa705ed4-dc95-4468-8f11-8f368b237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2f9b8-77bc-4f2b-bb70-861e498a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05ed4-dc95-4468-8f11-8f368b237bd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2f9b8-77bc-4f2b-bb70-861e498a49cc" xsi:nil="true"/>
  </documentManagement>
</p:properties>
</file>

<file path=customXml/itemProps1.xml><?xml version="1.0" encoding="utf-8"?>
<ds:datastoreItem xmlns:ds="http://schemas.openxmlformats.org/officeDocument/2006/customXml" ds:itemID="{EBFB6916-1A75-4851-A2DD-36E7A5BC2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2f9b8-77bc-4f2b-bb70-861e498a49cc"/>
    <ds:schemaRef ds:uri="aa705ed4-dc95-4468-8f11-8f368b237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131E4-56C7-4AF6-BAF0-4EF29EEC4A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13C05-E084-41EB-9CF5-73759149100B}">
  <ds:schemaRefs>
    <ds:schemaRef ds:uri="http://purl.org/dc/dcmitype/"/>
    <ds:schemaRef ds:uri="http://purl.org/dc/elements/1.1/"/>
    <ds:schemaRef ds:uri="http://www.w3.org/XML/1998/namespace"/>
    <ds:schemaRef ds:uri="http://purl.org/dc/terms/"/>
    <ds:schemaRef ds:uri="aa705ed4-dc95-4468-8f11-8f368b237bda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94d2f9b8-77bc-4f2b-bb70-861e498a49c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875</Words>
  <Application>Microsoft Office PowerPoint</Application>
  <PresentationFormat>Widescreen</PresentationFormat>
  <Paragraphs>262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Liberti Fabio</dc:creator>
  <cp:lastModifiedBy>Liberti Fabio</cp:lastModifiedBy>
  <cp:revision>6</cp:revision>
  <dcterms:created xsi:type="dcterms:W3CDTF">2026-02-18T09:17:37Z</dcterms:created>
  <dcterms:modified xsi:type="dcterms:W3CDTF">2026-02-18T13:38:54Z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0x0101009D65C89AF7B4F1459F93F161312FB19B</vt:lpwstr>
  </property>
</Properties>
</file>