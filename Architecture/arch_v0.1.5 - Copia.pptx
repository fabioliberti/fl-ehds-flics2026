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65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9E7265C5-9FC5-43B0-B90A-F1B37CBC2497}">
          <p14:sldIdLst>
            <p14:sldId id="263"/>
          </p14:sldIdLst>
        </p14:section>
        <p14:section name="Sezione senza titolo" id="{AEBB7C26-BF0B-44CD-ABEA-A03B75F9A054}">
          <p14:sldIdLst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71" autoAdjust="0"/>
    <p:restoredTop sz="94660"/>
  </p:normalViewPr>
  <p:slideViewPr>
    <p:cSldViewPr snapToGrid="0">
      <p:cViewPr>
        <p:scale>
          <a:sx n="100" d="100"/>
          <a:sy n="100" d="100"/>
        </p:scale>
        <p:origin x="45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berti Fabio" userId="ef726a5d-13e2-428c-9f01-791252c36c9c" providerId="ADAL" clId="{1AA501D7-C329-475C-AD82-01BFA4C95493}"/>
    <pc:docChg chg="undo custSel addSld delSld modSld modSection">
      <pc:chgData name="Liberti Fabio" userId="ef726a5d-13e2-428c-9f01-791252c36c9c" providerId="ADAL" clId="{1AA501D7-C329-475C-AD82-01BFA4C95493}" dt="2026-02-18T15:37:15.805" v="767" actId="2696"/>
      <pc:docMkLst>
        <pc:docMk/>
      </pc:docMkLst>
      <pc:sldChg chg="addSp delSp modSp">
        <pc:chgData name="Liberti Fabio" userId="ef726a5d-13e2-428c-9f01-791252c36c9c" providerId="ADAL" clId="{1AA501D7-C329-475C-AD82-01BFA4C95493}" dt="2026-02-18T15:24:47.350" v="766" actId="14100"/>
        <pc:sldMkLst>
          <pc:docMk/>
          <pc:sldMk cId="1592720331" sldId="263"/>
        </pc:sldMkLst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5" creationId="{C35CED0E-E9E0-41D0-A599-90C3CD9019D2}"/>
          </ac:spMkLst>
        </pc:spChg>
        <pc:spChg chg="mod or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6" creationId="{1FE449AC-B8D3-4983-9F3D-B30837F23E97}"/>
          </ac:spMkLst>
        </pc:spChg>
        <pc:spChg chg="mod">
          <ac:chgData name="Liberti Fabio" userId="ef726a5d-13e2-428c-9f01-791252c36c9c" providerId="ADAL" clId="{1AA501D7-C329-475C-AD82-01BFA4C95493}" dt="2026-02-18T15:23:42.798" v="755" actId="14100"/>
          <ac:spMkLst>
            <pc:docMk/>
            <pc:sldMk cId="1592720331" sldId="263"/>
            <ac:spMk id="7" creationId="{E6958006-4E1E-4161-B05F-B125F2BC8BF2}"/>
          </ac:spMkLst>
        </pc:spChg>
        <pc:spChg chg="mod">
          <ac:chgData name="Liberti Fabio" userId="ef726a5d-13e2-428c-9f01-791252c36c9c" providerId="ADAL" clId="{1AA501D7-C329-475C-AD82-01BFA4C95493}" dt="2026-02-18T15:21:10.671" v="691" actId="1036"/>
          <ac:spMkLst>
            <pc:docMk/>
            <pc:sldMk cId="1592720331" sldId="263"/>
            <ac:spMk id="9" creationId="{ADF7E429-A711-4F18-A300-5888F0FCA6AA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0" creationId="{36BD0ED2-C943-4801-9F97-472A03F4894A}"/>
          </ac:spMkLst>
        </pc:spChg>
        <pc:spChg chg="mod">
          <ac:chgData name="Liberti Fabio" userId="ef726a5d-13e2-428c-9f01-791252c36c9c" providerId="ADAL" clId="{1AA501D7-C329-475C-AD82-01BFA4C95493}" dt="2026-02-18T15:23:52.310" v="759" actId="1036"/>
          <ac:spMkLst>
            <pc:docMk/>
            <pc:sldMk cId="1592720331" sldId="263"/>
            <ac:spMk id="11" creationId="{35273463-8269-4900-866F-4A6BAD9CB2E9}"/>
          </ac:spMkLst>
        </pc:spChg>
        <pc:spChg chg="mod">
          <ac:chgData name="Liberti Fabio" userId="ef726a5d-13e2-428c-9f01-791252c36c9c" providerId="ADAL" clId="{1AA501D7-C329-475C-AD82-01BFA4C95493}" dt="2026-02-18T15:23:52.310" v="759" actId="1036"/>
          <ac:spMkLst>
            <pc:docMk/>
            <pc:sldMk cId="1592720331" sldId="263"/>
            <ac:spMk id="12" creationId="{F5226FB5-093E-4533-80B8-01E8B894DDD0}"/>
          </ac:spMkLst>
        </pc:spChg>
        <pc:spChg chg="mod">
          <ac:chgData name="Liberti Fabio" userId="ef726a5d-13e2-428c-9f01-791252c36c9c" providerId="ADAL" clId="{1AA501D7-C329-475C-AD82-01BFA4C95493}" dt="2026-02-18T15:12:43.989" v="480" actId="1035"/>
          <ac:spMkLst>
            <pc:docMk/>
            <pc:sldMk cId="1592720331" sldId="263"/>
            <ac:spMk id="13" creationId="{D1CBF9E3-AADD-40DF-9767-893C51242283}"/>
          </ac:spMkLst>
        </pc:spChg>
        <pc:spChg chg="mod">
          <ac:chgData name="Liberti Fabio" userId="ef726a5d-13e2-428c-9f01-791252c36c9c" providerId="ADAL" clId="{1AA501D7-C329-475C-AD82-01BFA4C95493}" dt="2026-02-18T15:12:38.898" v="468" actId="1035"/>
          <ac:spMkLst>
            <pc:docMk/>
            <pc:sldMk cId="1592720331" sldId="263"/>
            <ac:spMk id="14" creationId="{2D149AB0-EF2D-4FAD-A219-072AB1E9C856}"/>
          </ac:spMkLst>
        </pc:spChg>
        <pc:spChg chg="mod">
          <ac:chgData name="Liberti Fabio" userId="ef726a5d-13e2-428c-9f01-791252c36c9c" providerId="ADAL" clId="{1AA501D7-C329-475C-AD82-01BFA4C95493}" dt="2026-02-18T15:12:33.870" v="459" actId="1035"/>
          <ac:spMkLst>
            <pc:docMk/>
            <pc:sldMk cId="1592720331" sldId="263"/>
            <ac:spMk id="15" creationId="{C80416C0-5CCB-4864-A002-546A63C07168}"/>
          </ac:spMkLst>
        </pc:spChg>
        <pc:spChg chg="mod">
          <ac:chgData name="Liberti Fabio" userId="ef726a5d-13e2-428c-9f01-791252c36c9c" providerId="ADAL" clId="{1AA501D7-C329-475C-AD82-01BFA4C95493}" dt="2026-02-18T15:12:29.932" v="453" actId="1035"/>
          <ac:spMkLst>
            <pc:docMk/>
            <pc:sldMk cId="1592720331" sldId="263"/>
            <ac:spMk id="16" creationId="{AA83CF59-4A70-4313-B11F-DAC93CD9DFE2}"/>
          </ac:spMkLst>
        </pc:spChg>
        <pc:spChg chg="mod">
          <ac:chgData name="Liberti Fabio" userId="ef726a5d-13e2-428c-9f01-791252c36c9c" providerId="ADAL" clId="{1AA501D7-C329-475C-AD82-01BFA4C95493}" dt="2026-02-18T15:11:55.751" v="446" actId="14100"/>
          <ac:spMkLst>
            <pc:docMk/>
            <pc:sldMk cId="1592720331" sldId="263"/>
            <ac:spMk id="17" creationId="{4E680BD4-E525-41B5-B8A2-49FE97A5B1BB}"/>
          </ac:spMkLst>
        </pc:spChg>
        <pc:spChg chg="mod">
          <ac:chgData name="Liberti Fabio" userId="ef726a5d-13e2-428c-9f01-791252c36c9c" providerId="ADAL" clId="{1AA501D7-C329-475C-AD82-01BFA4C95493}" dt="2026-02-18T15:12:49.051" v="481" actId="14100"/>
          <ac:spMkLst>
            <pc:docMk/>
            <pc:sldMk cId="1592720331" sldId="263"/>
            <ac:spMk id="19" creationId="{AB02277C-7A04-4519-B7CE-AB4E1587F884}"/>
          </ac:spMkLst>
        </pc:spChg>
        <pc:spChg chg="mod">
          <ac:chgData name="Liberti Fabio" userId="ef726a5d-13e2-428c-9f01-791252c36c9c" providerId="ADAL" clId="{1AA501D7-C329-475C-AD82-01BFA4C95493}" dt="2026-02-18T15:12:58.703" v="489" actId="1035"/>
          <ac:spMkLst>
            <pc:docMk/>
            <pc:sldMk cId="1592720331" sldId="263"/>
            <ac:spMk id="20" creationId="{414FF126-E8E8-4553-9267-0FE13B40CC33}"/>
          </ac:spMkLst>
        </pc:spChg>
        <pc:spChg chg="mod">
          <ac:chgData name="Liberti Fabio" userId="ef726a5d-13e2-428c-9f01-791252c36c9c" providerId="ADAL" clId="{1AA501D7-C329-475C-AD82-01BFA4C95493}" dt="2026-02-18T15:13:26.205" v="510" actId="14100"/>
          <ac:spMkLst>
            <pc:docMk/>
            <pc:sldMk cId="1592720331" sldId="263"/>
            <ac:spMk id="21" creationId="{4E58CE7F-EF52-4787-A7A8-1F05500DBAC0}"/>
          </ac:spMkLst>
        </pc:spChg>
        <pc:spChg chg="mod">
          <ac:chgData name="Liberti Fabio" userId="ef726a5d-13e2-428c-9f01-791252c36c9c" providerId="ADAL" clId="{1AA501D7-C329-475C-AD82-01BFA4C95493}" dt="2026-02-18T15:13:20.245" v="509" actId="14100"/>
          <ac:spMkLst>
            <pc:docMk/>
            <pc:sldMk cId="1592720331" sldId="263"/>
            <ac:spMk id="23" creationId="{468CD3C6-AEC4-4A18-9C8D-A0C7C95642B2}"/>
          </ac:spMkLst>
        </pc:spChg>
        <pc:spChg chg="mod">
          <ac:chgData name="Liberti Fabio" userId="ef726a5d-13e2-428c-9f01-791252c36c9c" providerId="ADAL" clId="{1AA501D7-C329-475C-AD82-01BFA4C95493}" dt="2026-02-18T15:13:11.908" v="500" actId="1035"/>
          <ac:spMkLst>
            <pc:docMk/>
            <pc:sldMk cId="1592720331" sldId="263"/>
            <ac:spMk id="24" creationId="{5C27DF95-1B77-41EC-AADA-E23D69874228}"/>
          </ac:spMkLst>
        </pc:spChg>
        <pc:spChg chg="mod">
          <ac:chgData name="Liberti Fabio" userId="ef726a5d-13e2-428c-9f01-791252c36c9c" providerId="ADAL" clId="{1AA501D7-C329-475C-AD82-01BFA4C95493}" dt="2026-02-18T15:13:07.891" v="494" actId="1036"/>
          <ac:spMkLst>
            <pc:docMk/>
            <pc:sldMk cId="1592720331" sldId="263"/>
            <ac:spMk id="25" creationId="{5FA7EF59-21D4-4455-BF15-93FE83F4213E}"/>
          </ac:spMkLst>
        </pc:spChg>
        <pc:spChg chg="mod">
          <ac:chgData name="Liberti Fabio" userId="ef726a5d-13e2-428c-9f01-791252c36c9c" providerId="ADAL" clId="{1AA501D7-C329-475C-AD82-01BFA4C95493}" dt="2026-02-18T15:12:08.038" v="448" actId="14100"/>
          <ac:spMkLst>
            <pc:docMk/>
            <pc:sldMk cId="1592720331" sldId="263"/>
            <ac:spMk id="26" creationId="{3316AB53-23E5-4F7C-BE71-99B0A6D2D368}"/>
          </ac:spMkLst>
        </pc:spChg>
        <pc:spChg chg="mod">
          <ac:chgData name="Liberti Fabio" userId="ef726a5d-13e2-428c-9f01-791252c36c9c" providerId="ADAL" clId="{1AA501D7-C329-475C-AD82-01BFA4C95493}" dt="2026-02-18T15:15:27.564" v="588" actId="1036"/>
          <ac:spMkLst>
            <pc:docMk/>
            <pc:sldMk cId="1592720331" sldId="263"/>
            <ac:spMk id="27" creationId="{09B38D6B-82C9-42D2-AEC9-BC9511897A9A}"/>
          </ac:spMkLst>
        </pc:spChg>
        <pc:spChg chg="mod">
          <ac:chgData name="Liberti Fabio" userId="ef726a5d-13e2-428c-9f01-791252c36c9c" providerId="ADAL" clId="{1AA501D7-C329-475C-AD82-01BFA4C95493}" dt="2026-02-18T15:14:07.261" v="543" actId="14100"/>
          <ac:spMkLst>
            <pc:docMk/>
            <pc:sldMk cId="1592720331" sldId="263"/>
            <ac:spMk id="28" creationId="{A2D13F15-E85C-4F61-92C7-0451E3954DFD}"/>
          </ac:spMkLst>
        </pc:spChg>
        <pc:spChg chg="mod">
          <ac:chgData name="Liberti Fabio" userId="ef726a5d-13e2-428c-9f01-791252c36c9c" providerId="ADAL" clId="{1AA501D7-C329-475C-AD82-01BFA4C95493}" dt="2026-02-18T15:14:01.229" v="542" actId="1035"/>
          <ac:spMkLst>
            <pc:docMk/>
            <pc:sldMk cId="1592720331" sldId="263"/>
            <ac:spMk id="29" creationId="{B4A611D1-7932-49C3-BED9-181191308227}"/>
          </ac:spMkLst>
        </pc:spChg>
        <pc:spChg chg="mod">
          <ac:chgData name="Liberti Fabio" userId="ef726a5d-13e2-428c-9f01-791252c36c9c" providerId="ADAL" clId="{1AA501D7-C329-475C-AD82-01BFA4C95493}" dt="2026-02-18T15:13:56.183" v="531" actId="1035"/>
          <ac:spMkLst>
            <pc:docMk/>
            <pc:sldMk cId="1592720331" sldId="263"/>
            <ac:spMk id="30" creationId="{4D828A09-D365-4377-A077-97434635C626}"/>
          </ac:spMkLst>
        </pc:spChg>
        <pc:spChg chg="mod">
          <ac:chgData name="Liberti Fabio" userId="ef726a5d-13e2-428c-9f01-791252c36c9c" providerId="ADAL" clId="{1AA501D7-C329-475C-AD82-01BFA4C95493}" dt="2026-02-18T15:13:52.213" v="522" actId="1035"/>
          <ac:spMkLst>
            <pc:docMk/>
            <pc:sldMk cId="1592720331" sldId="263"/>
            <ac:spMk id="31" creationId="{B5684609-C1BC-4165-9AEB-1FD1FF2CAEB7}"/>
          </ac:spMkLst>
        </pc:spChg>
        <pc:spChg chg="mod">
          <ac:chgData name="Liberti Fabio" userId="ef726a5d-13e2-428c-9f01-791252c36c9c" providerId="ADAL" clId="{1AA501D7-C329-475C-AD82-01BFA4C95493}" dt="2026-02-18T15:13:48.839" v="516" actId="1036"/>
          <ac:spMkLst>
            <pc:docMk/>
            <pc:sldMk cId="1592720331" sldId="263"/>
            <ac:spMk id="32" creationId="{E37E627F-0AFC-40FE-B91B-18530AC34D1D}"/>
          </ac:spMkLst>
        </pc:spChg>
        <pc:spChg chg="mod">
          <ac:chgData name="Liberti Fabio" userId="ef726a5d-13e2-428c-9f01-791252c36c9c" providerId="ADAL" clId="{1AA501D7-C329-475C-AD82-01BFA4C95493}" dt="2026-02-18T15:12:14.698" v="449" actId="14100"/>
          <ac:spMkLst>
            <pc:docMk/>
            <pc:sldMk cId="1592720331" sldId="263"/>
            <ac:spMk id="33" creationId="{F8900710-7065-4030-8133-3770BC2AA2EB}"/>
          </ac:spMkLst>
        </pc:spChg>
        <pc:spChg chg="mod">
          <ac:chgData name="Liberti Fabio" userId="ef726a5d-13e2-428c-9f01-791252c36c9c" providerId="ADAL" clId="{1AA501D7-C329-475C-AD82-01BFA4C95493}" dt="2026-02-18T15:15:35.621" v="590" actId="1036"/>
          <ac:spMkLst>
            <pc:docMk/>
            <pc:sldMk cId="1592720331" sldId="263"/>
            <ac:spMk id="34" creationId="{A9F6E994-0693-47A9-BC1A-AAECB802040F}"/>
          </ac:spMkLst>
        </pc:spChg>
        <pc:spChg chg="mod">
          <ac:chgData name="Liberti Fabio" userId="ef726a5d-13e2-428c-9f01-791252c36c9c" providerId="ADAL" clId="{1AA501D7-C329-475C-AD82-01BFA4C95493}" dt="2026-02-18T15:15:07.032" v="584" actId="14100"/>
          <ac:spMkLst>
            <pc:docMk/>
            <pc:sldMk cId="1592720331" sldId="263"/>
            <ac:spMk id="35" creationId="{332BECC5-D205-456F-B0A9-518DB8BB85CD}"/>
          </ac:spMkLst>
        </pc:spChg>
        <pc:spChg chg="mod">
          <ac:chgData name="Liberti Fabio" userId="ef726a5d-13e2-428c-9f01-791252c36c9c" providerId="ADAL" clId="{1AA501D7-C329-475C-AD82-01BFA4C95493}" dt="2026-02-18T15:14:27.990" v="575" actId="1035"/>
          <ac:spMkLst>
            <pc:docMk/>
            <pc:sldMk cId="1592720331" sldId="263"/>
            <ac:spMk id="36" creationId="{DBDC714D-4765-40B3-A77B-A0ABB24354EA}"/>
          </ac:spMkLst>
        </pc:spChg>
        <pc:spChg chg="mod">
          <ac:chgData name="Liberti Fabio" userId="ef726a5d-13e2-428c-9f01-791252c36c9c" providerId="ADAL" clId="{1AA501D7-C329-475C-AD82-01BFA4C95493}" dt="2026-02-18T15:14:23.326" v="563" actId="1035"/>
          <ac:spMkLst>
            <pc:docMk/>
            <pc:sldMk cId="1592720331" sldId="263"/>
            <ac:spMk id="37" creationId="{F81E82CC-DBD1-4B13-8FFC-20EC6D618D0E}"/>
          </ac:spMkLst>
        </pc:spChg>
        <pc:spChg chg="mod">
          <ac:chgData name="Liberti Fabio" userId="ef726a5d-13e2-428c-9f01-791252c36c9c" providerId="ADAL" clId="{1AA501D7-C329-475C-AD82-01BFA4C95493}" dt="2026-02-18T15:14:19.394" v="554" actId="1035"/>
          <ac:spMkLst>
            <pc:docMk/>
            <pc:sldMk cId="1592720331" sldId="263"/>
            <ac:spMk id="38" creationId="{0FCE6685-69ED-4E0D-B3C3-A9917E1E2FE7}"/>
          </ac:spMkLst>
        </pc:spChg>
        <pc:spChg chg="mod">
          <ac:chgData name="Liberti Fabio" userId="ef726a5d-13e2-428c-9f01-791252c36c9c" providerId="ADAL" clId="{1AA501D7-C329-475C-AD82-01BFA4C95493}" dt="2026-02-18T15:14:15.610" v="548" actId="1036"/>
          <ac:spMkLst>
            <pc:docMk/>
            <pc:sldMk cId="1592720331" sldId="263"/>
            <ac:spMk id="39" creationId="{F5C816D4-D020-4347-9DE5-A0088C6A539A}"/>
          </ac:spMkLst>
        </pc:spChg>
        <pc:spChg chg="mod">
          <ac:chgData name="Liberti Fabio" userId="ef726a5d-13e2-428c-9f01-791252c36c9c" providerId="ADAL" clId="{1AA501D7-C329-475C-AD82-01BFA4C95493}" dt="2026-02-18T15:12:21.712" v="450" actId="14100"/>
          <ac:spMkLst>
            <pc:docMk/>
            <pc:sldMk cId="1592720331" sldId="263"/>
            <ac:spMk id="40" creationId="{6177E41A-7BDB-4477-ABD7-3B5CE8807BA7}"/>
          </ac:spMkLst>
        </pc:spChg>
        <pc:spChg chg="mod">
          <ac:chgData name="Liberti Fabio" userId="ef726a5d-13e2-428c-9f01-791252c36c9c" providerId="ADAL" clId="{1AA501D7-C329-475C-AD82-01BFA4C95493}" dt="2026-02-18T15:15:40.286" v="592" actId="1036"/>
          <ac:spMkLst>
            <pc:docMk/>
            <pc:sldMk cId="1592720331" sldId="263"/>
            <ac:spMk id="41" creationId="{C9B77A6E-7A48-4F28-80BB-2227D5C8A0EC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42" creationId="{41B82149-5CE8-4535-B79A-B7AD5B10C8CF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43" creationId="{19F70224-39E7-4B7E-BC87-CAE50AAFC613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44" creationId="{14CB32C4-55B6-4E4A-BAC1-93FD838C7FAA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45" creationId="{75AD04AD-2F68-4544-A0DB-18098C769148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46" creationId="{9FFAC4B6-5D24-459E-BF5C-E13B9DE1F8BE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47" creationId="{43F8CFE0-7491-4269-B12E-221B5D715804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48" creationId="{74784FCD-0ED3-4F6E-A393-3D4D2BBEDF59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51" creationId="{C4255CB2-145C-4081-8AFF-FB0D3EC0DB0F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52" creationId="{108FBB26-AB83-40F4-BB20-74D55FF7E341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53" creationId="{C44F2C9B-8FD1-4B57-85C0-0C748C7468A7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54" creationId="{B3236BE0-D7FB-4B15-9917-42BB76CC02BE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57" creationId="{084E51EF-FD8F-4203-8172-0838E27D0057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58" creationId="{B7BB5571-50D3-4906-B5F2-8FD2AE538647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59" creationId="{E11936DD-415A-4943-8DBF-18BC05A4FBE9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60" creationId="{C1BFA26A-C4F9-4564-B7A6-8AA61E906E6C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63" creationId="{8916046F-CC1E-4148-BB1F-64EF0748475A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65" creationId="{1B7AF030-3773-4AAB-B3EF-5625A178BCFB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66" creationId="{AB946362-116C-4037-A8EF-7027DA39E64C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67" creationId="{2AE2666A-844D-4713-BF66-81E1F070CCFB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68" creationId="{F9BEFF9E-ACBB-42E0-8E2F-AADBE8DA2684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69" creationId="{F1E618A6-D8A7-4006-9602-4688C80A5614}"/>
          </ac:spMkLst>
        </pc:spChg>
        <pc:spChg chg="del mod">
          <ac:chgData name="Liberti Fabio" userId="ef726a5d-13e2-428c-9f01-791252c36c9c" providerId="ADAL" clId="{1AA501D7-C329-475C-AD82-01BFA4C95493}" dt="2026-02-18T15:06:51.748" v="178" actId="478"/>
          <ac:spMkLst>
            <pc:docMk/>
            <pc:sldMk cId="1592720331" sldId="263"/>
            <ac:spMk id="70" creationId="{2D34C3CF-B838-40BD-A521-B34AA9BC1E22}"/>
          </ac:spMkLst>
        </pc:spChg>
        <pc:spChg chg="del mod">
          <ac:chgData name="Liberti Fabio" userId="ef726a5d-13e2-428c-9f01-791252c36c9c" providerId="ADAL" clId="{1AA501D7-C329-475C-AD82-01BFA4C95493}" dt="2026-02-18T15:06:44.005" v="175" actId="478"/>
          <ac:spMkLst>
            <pc:docMk/>
            <pc:sldMk cId="1592720331" sldId="263"/>
            <ac:spMk id="72" creationId="{01826005-2636-40CC-9A75-0F12D584CD7E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77" creationId="{F48DCB79-6341-4D8A-AB62-E6C38B6DA95E}"/>
          </ac:spMkLst>
        </pc:spChg>
        <pc:spChg chg="del">
          <ac:chgData name="Liberti Fabio" userId="ef726a5d-13e2-428c-9f01-791252c36c9c" providerId="ADAL" clId="{1AA501D7-C329-475C-AD82-01BFA4C95493}" dt="2026-02-18T15:06:49.853" v="177" actId="478"/>
          <ac:spMkLst>
            <pc:docMk/>
            <pc:sldMk cId="1592720331" sldId="263"/>
            <ac:spMk id="78" creationId="{D68D43DE-9CB7-4D99-AD22-0E9DF06E6120}"/>
          </ac:spMkLst>
        </pc:spChg>
        <pc:spChg chg="del">
          <ac:chgData name="Liberti Fabio" userId="ef726a5d-13e2-428c-9f01-791252c36c9c" providerId="ADAL" clId="{1AA501D7-C329-475C-AD82-01BFA4C95493}" dt="2026-02-18T15:06:47.193" v="176" actId="478"/>
          <ac:spMkLst>
            <pc:docMk/>
            <pc:sldMk cId="1592720331" sldId="263"/>
            <ac:spMk id="80" creationId="{8195945E-8C47-446B-AD0A-02661B45CB12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85" creationId="{53D460E6-12B6-4F31-97B5-35B75FA096FB}"/>
          </ac:spMkLst>
        </pc:spChg>
        <pc:spChg chg="mod">
          <ac:chgData name="Liberti Fabio" userId="ef726a5d-13e2-428c-9f01-791252c36c9c" providerId="ADAL" clId="{1AA501D7-C329-475C-AD82-01BFA4C95493}" dt="2026-02-18T15:24:01.367" v="760" actId="14100"/>
          <ac:spMkLst>
            <pc:docMk/>
            <pc:sldMk cId="1592720331" sldId="263"/>
            <ac:spMk id="86" creationId="{A2E66E56-D6AC-4A08-8856-E12B6C0C2452}"/>
          </ac:spMkLst>
        </pc:spChg>
        <pc:spChg chg="mod">
          <ac:chgData name="Liberti Fabio" userId="ef726a5d-13e2-428c-9f01-791252c36c9c" providerId="ADAL" clId="{1AA501D7-C329-475C-AD82-01BFA4C95493}" dt="2026-02-18T15:24:47.350" v="766" actId="14100"/>
          <ac:spMkLst>
            <pc:docMk/>
            <pc:sldMk cId="1592720331" sldId="263"/>
            <ac:spMk id="87" creationId="{6C1F027C-E87C-4E9C-83E5-95B640F5906E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88" creationId="{0C23B115-B1D6-4BA6-859E-FF146EFB9F4A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89" creationId="{172A0620-096B-4B27-BBDC-70013515B42F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90" creationId="{806070B2-252B-4C79-84E8-18DC1F41EB61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91" creationId="{4E5E0B54-08DE-449F-B6B6-B7C6C9B2D1CF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92" creationId="{226E78CA-3178-4827-BA02-7A44E92F6B31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93" creationId="{442F271E-6FF7-438C-8021-F2468B9CD316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94" creationId="{8389B184-D254-4048-870D-4FA999F160BC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95" creationId="{B730E1D3-AE50-4BBE-932A-EFA3051127A8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96" creationId="{00414476-BB01-4ED2-ABDF-48CF11327E54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97" creationId="{E681858E-81EF-458A-BE94-8D03782AE214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98" creationId="{63D8450F-A6DB-428C-BA13-B64F9521798C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02" creationId="{3F273040-A2A8-4E0F-9B3A-2F2340284BAD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03" creationId="{0E6C2C96-3DCF-405A-966F-8CFA817096AF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04" creationId="{9631C340-5700-4431-A3A1-E5365841994C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05" creationId="{21C55244-E9AA-488C-B731-FC7660F23F71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06" creationId="{BB241E2C-7B28-48EE-9983-F51384E28132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07" creationId="{67796391-B885-4240-A2D5-9050B1959F5D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08" creationId="{4C731B6B-C7A9-4B35-AF73-EDF2327E6674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09" creationId="{57CB57E2-2287-4223-9794-7FA8A9767898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14" creationId="{77B15F1C-DAAC-489A-B025-A92C5CA903EC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15" creationId="{D17EF0CF-A2C2-4A51-87A8-E188A3638D80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16" creationId="{62525C4E-1AE9-43F9-A414-6EBA7DDB7616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17" creationId="{319717CA-1614-444B-99A6-C09ED92FFAAE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19" creationId="{0750563E-0656-4C15-81C2-05674D4E5192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21" creationId="{6A934754-49EF-4555-9EE6-0FE9601F19A0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22" creationId="{24BF83CA-B280-465F-A2DC-7DE716ECB006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23" creationId="{B77F68B8-81EC-400A-AF71-68F30B9BC5AB}"/>
          </ac:spMkLst>
        </pc:spChg>
        <pc:spChg chg="add mod or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24" creationId="{014DF15D-B58E-4340-9825-B3E95F92F6B3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25" creationId="{8F874333-11AE-489D-93C1-7996F3AC23F4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27" creationId="{91EB1254-1FF4-4669-90B3-631CB3339C4B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28" creationId="{7CA22138-DAFA-4B90-93B1-5708DA1F4CDE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29" creationId="{549A4C19-6471-46BF-9D68-D32735957117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30" creationId="{8D69D76E-7CDD-46C0-B788-78271936FEA5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32" creationId="{F5107E62-0C7F-4C69-8F8A-53EA55B1EDA5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33" creationId="{66C7A31F-01DE-438D-8223-FCBF03EAAB64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34" creationId="{CA40EBB0-9747-4CDD-9FDA-F6ECD3B9F48C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35" creationId="{35EDC4A2-67DA-4FA8-A8C1-27041996E871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36" creationId="{D79727F6-8E84-474A-AEB7-11B5449A3847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37" creationId="{0AC4318A-0D7E-4FEF-A20D-96E25EE514F6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38" creationId="{FADE06F5-0E6F-4854-A297-46A0A3B45DD5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39" creationId="{D6468980-E7CC-4546-972A-4719E8437372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40" creationId="{7D586BE5-B26C-45C0-ACAB-34398CF8C278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41" creationId="{E175C705-051A-456E-A45A-8F3D9334C1B3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42" creationId="{BDA0093F-167C-410B-9373-9654EDF52A03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43" creationId="{064F1AB0-E42D-4133-B5AB-8EA2DE8F4775}"/>
          </ac:spMkLst>
        </pc:spChg>
        <pc:spChg chg="add 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44" creationId="{10D02007-822D-4B8F-A73E-634C6512CD94}"/>
          </ac:spMkLst>
        </pc:spChg>
        <pc:spChg chg="add mod">
          <ac:chgData name="Liberti Fabio" userId="ef726a5d-13e2-428c-9f01-791252c36c9c" providerId="ADAL" clId="{1AA501D7-C329-475C-AD82-01BFA4C95493}" dt="2026-02-18T15:23:09.927" v="754" actId="1036"/>
          <ac:spMkLst>
            <pc:docMk/>
            <pc:sldMk cId="1592720331" sldId="263"/>
            <ac:spMk id="145" creationId="{93E87F5B-C9D9-4ABC-8947-5D19BA4B4F4F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55" creationId="{B683BB2B-4985-4350-9127-E0EE804C3424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56" creationId="{949B9363-505A-4A78-8EDE-B015C6DCDC35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75" creationId="{6C0B7322-46CD-45A3-A47C-FE353CB26F7D}"/>
          </ac:spMkLst>
        </pc:spChg>
        <pc:spChg chg="mod">
          <ac:chgData name="Liberti Fabio" userId="ef726a5d-13e2-428c-9f01-791252c36c9c" providerId="ADAL" clId="{1AA501D7-C329-475C-AD82-01BFA4C95493}" dt="2026-02-18T15:20:36.333" v="676" actId="1036"/>
          <ac:spMkLst>
            <pc:docMk/>
            <pc:sldMk cId="1592720331" sldId="263"/>
            <ac:spMk id="176" creationId="{48F0513C-F597-4D28-9D23-AA97F59B3462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77" creationId="{3CADAA9E-0AC3-4E07-971F-F7B2915B9A4D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78" creationId="{16A5C1FF-983D-4216-BE59-A4BF1E40FAA2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79" creationId="{AD478790-2908-4BDC-A8AB-FF7A631923E8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80" creationId="{7505CF0F-1194-4C58-BB9D-8346855AA739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81" creationId="{CA453A23-D738-4D95-B7F4-8845EB908F63}"/>
          </ac:spMkLst>
        </pc:spChg>
        <pc:spChg chg="del mod">
          <ac:chgData name="Liberti Fabio" userId="ef726a5d-13e2-428c-9f01-791252c36c9c" providerId="ADAL" clId="{1AA501D7-C329-475C-AD82-01BFA4C95493}" dt="2026-02-18T15:06:33.595" v="173" actId="478"/>
          <ac:spMkLst>
            <pc:docMk/>
            <pc:sldMk cId="1592720331" sldId="263"/>
            <ac:spMk id="182" creationId="{23542DDF-B7C4-4E14-B601-250A20EC2225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3" creationId="{2C209385-CFA8-42F5-A2E7-E564B6C2852F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4" creationId="{37F9B73E-8575-4799-B4D8-4534AE11C79B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5" creationId="{71AC3DF9-602B-4B3F-95F2-C98E807EE27B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6" creationId="{6921468D-2916-42AF-9B2E-EFC72376D5CE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7" creationId="{95B40111-A770-4A8A-877B-61098AF3C537}"/>
          </ac:spMkLst>
        </pc:spChg>
        <pc:spChg chg="del mod">
          <ac:chgData name="Liberti Fabio" userId="ef726a5d-13e2-428c-9f01-791252c36c9c" providerId="ADAL" clId="{1AA501D7-C329-475C-AD82-01BFA4C95493}" dt="2026-02-18T15:06:39.491" v="174" actId="478"/>
          <ac:spMkLst>
            <pc:docMk/>
            <pc:sldMk cId="1592720331" sldId="263"/>
            <ac:spMk id="188" creationId="{DB880ADD-839F-490E-8E44-B640653BE817}"/>
          </ac:spMkLst>
        </pc:spChg>
        <pc:spChg chg="mod">
          <ac:chgData name="Liberti Fabio" userId="ef726a5d-13e2-428c-9f01-791252c36c9c" providerId="ADAL" clId="{1AA501D7-C329-475C-AD82-01BFA4C95493}" dt="2026-02-18T15:20:57.987" v="678" actId="1036"/>
          <ac:spMkLst>
            <pc:docMk/>
            <pc:sldMk cId="1592720331" sldId="263"/>
            <ac:spMk id="190" creationId="{CF86CA38-97BE-477F-A70D-BDC4AFCFA468}"/>
          </ac:spMkLst>
        </pc:spChg>
        <pc:spChg chg="mod">
          <ac:chgData name="Liberti Fabio" userId="ef726a5d-13e2-428c-9f01-791252c36c9c" providerId="ADAL" clId="{1AA501D7-C329-475C-AD82-01BFA4C95493}" dt="2026-02-18T15:22:41.700" v="753" actId="1036"/>
          <ac:spMkLst>
            <pc:docMk/>
            <pc:sldMk cId="1592720331" sldId="263"/>
            <ac:spMk id="191" creationId="{355E7C51-750E-4D3F-B4BE-79A99020390E}"/>
          </ac:spMkLst>
        </pc:spChg>
        <pc:cxnChg chg="mod">
          <ac:chgData name="Liberti Fabio" userId="ef726a5d-13e2-428c-9f01-791252c36c9c" providerId="ADAL" clId="{1AA501D7-C329-475C-AD82-01BFA4C95493}" dt="2026-02-18T15:20:57.987" v="678" actId="1036"/>
          <ac:cxnSpMkLst>
            <pc:docMk/>
            <pc:sldMk cId="1592720331" sldId="263"/>
            <ac:cxnSpMk id="112" creationId="{891B0F46-2A78-4222-A508-D3A21247B0FF}"/>
          </ac:cxnSpMkLst>
        </pc:cxnChg>
        <pc:cxnChg chg="mod">
          <ac:chgData name="Liberti Fabio" userId="ef726a5d-13e2-428c-9f01-791252c36c9c" providerId="ADAL" clId="{1AA501D7-C329-475C-AD82-01BFA4C95493}" dt="2026-02-18T15:20:57.987" v="678" actId="1036"/>
          <ac:cxnSpMkLst>
            <pc:docMk/>
            <pc:sldMk cId="1592720331" sldId="263"/>
            <ac:cxnSpMk id="113" creationId="{11BA878C-A038-41AF-AC83-B9C5301859ED}"/>
          </ac:cxnSpMkLst>
        </pc:cxnChg>
        <pc:cxnChg chg="mod">
          <ac:chgData name="Liberti Fabio" userId="ef726a5d-13e2-428c-9f01-791252c36c9c" providerId="ADAL" clId="{1AA501D7-C329-475C-AD82-01BFA4C95493}" dt="2026-02-18T15:20:57.987" v="678" actId="1036"/>
          <ac:cxnSpMkLst>
            <pc:docMk/>
            <pc:sldMk cId="1592720331" sldId="263"/>
            <ac:cxnSpMk id="118" creationId="{0F256CD7-BCB8-49F6-8A4D-1E7386E81220}"/>
          </ac:cxnSpMkLst>
        </pc:cxnChg>
        <pc:cxnChg chg="mod">
          <ac:chgData name="Liberti Fabio" userId="ef726a5d-13e2-428c-9f01-791252c36c9c" providerId="ADAL" clId="{1AA501D7-C329-475C-AD82-01BFA4C95493}" dt="2026-02-18T15:20:57.987" v="678" actId="1036"/>
          <ac:cxnSpMkLst>
            <pc:docMk/>
            <pc:sldMk cId="1592720331" sldId="263"/>
            <ac:cxnSpMk id="120" creationId="{F29CDCAA-48C4-42F5-8A18-58CDAE39B784}"/>
          </ac:cxnSpMkLst>
        </pc:cxnChg>
        <pc:cxnChg chg="mod">
          <ac:chgData name="Liberti Fabio" userId="ef726a5d-13e2-428c-9f01-791252c36c9c" providerId="ADAL" clId="{1AA501D7-C329-475C-AD82-01BFA4C95493}" dt="2026-02-18T15:20:57.987" v="678" actId="1036"/>
          <ac:cxnSpMkLst>
            <pc:docMk/>
            <pc:sldMk cId="1592720331" sldId="263"/>
            <ac:cxnSpMk id="126" creationId="{14A9F662-FC4F-41AC-8ECD-2884454A6875}"/>
          </ac:cxnSpMkLst>
        </pc:cxnChg>
        <pc:cxnChg chg="mod ord">
          <ac:chgData name="Liberti Fabio" userId="ef726a5d-13e2-428c-9f01-791252c36c9c" providerId="ADAL" clId="{1AA501D7-C329-475C-AD82-01BFA4C95493}" dt="2026-02-18T15:20:57.987" v="678" actId="1036"/>
          <ac:cxnSpMkLst>
            <pc:docMk/>
            <pc:sldMk cId="1592720331" sldId="263"/>
            <ac:cxnSpMk id="131" creationId="{A37A28D1-B8C7-4672-A9D4-3282FD93F18D}"/>
          </ac:cxnSpMkLst>
        </pc:cxnChg>
        <pc:cxnChg chg="mod">
          <ac:chgData name="Liberti Fabio" userId="ef726a5d-13e2-428c-9f01-791252c36c9c" providerId="ADAL" clId="{1AA501D7-C329-475C-AD82-01BFA4C95493}" dt="2026-02-18T15:22:24.788" v="736" actId="1036"/>
          <ac:cxnSpMkLst>
            <pc:docMk/>
            <pc:sldMk cId="1592720331" sldId="263"/>
            <ac:cxnSpMk id="165" creationId="{9A799398-47B6-41FA-AD1A-F62F89355028}"/>
          </ac:cxnSpMkLst>
        </pc:cxnChg>
        <pc:cxnChg chg="mod">
          <ac:chgData name="Liberti Fabio" userId="ef726a5d-13e2-428c-9f01-791252c36c9c" providerId="ADAL" clId="{1AA501D7-C329-475C-AD82-01BFA4C95493}" dt="2026-02-18T15:17:40.430" v="619" actId="1036"/>
          <ac:cxnSpMkLst>
            <pc:docMk/>
            <pc:sldMk cId="1592720331" sldId="263"/>
            <ac:cxnSpMk id="166" creationId="{D36BF70D-22ED-481B-8DE6-9A7E018FA650}"/>
          </ac:cxnSpMkLst>
        </pc:cxnChg>
        <pc:cxnChg chg="mod">
          <ac:chgData name="Liberti Fabio" userId="ef726a5d-13e2-428c-9f01-791252c36c9c" providerId="ADAL" clId="{1AA501D7-C329-475C-AD82-01BFA4C95493}" dt="2026-02-18T15:24:16.469" v="764" actId="1035"/>
          <ac:cxnSpMkLst>
            <pc:docMk/>
            <pc:sldMk cId="1592720331" sldId="263"/>
            <ac:cxnSpMk id="173" creationId="{C9D7715F-CF39-498A-BE91-9D84516A9CA6}"/>
          </ac:cxnSpMkLst>
        </pc:cxnChg>
      </pc:sldChg>
      <pc:sldChg chg="del">
        <pc:chgData name="Liberti Fabio" userId="ef726a5d-13e2-428c-9f01-791252c36c9c" providerId="ADAL" clId="{1AA501D7-C329-475C-AD82-01BFA4C95493}" dt="2026-02-18T15:37:15.805" v="767" actId="2696"/>
        <pc:sldMkLst>
          <pc:docMk/>
          <pc:sldMk cId="3289061381" sldId="264"/>
        </pc:sldMkLst>
      </pc:sldChg>
      <pc:sldChg chg="add">
        <pc:chgData name="Liberti Fabio" userId="ef726a5d-13e2-428c-9f01-791252c36c9c" providerId="ADAL" clId="{1AA501D7-C329-475C-AD82-01BFA4C95493}" dt="2026-02-18T14:46:44.968" v="0"/>
        <pc:sldMkLst>
          <pc:docMk/>
          <pc:sldMk cId="155694149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E961DC-3480-4C43-86EF-1FB9F8C7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44A7E5E-AAE0-4EC9-B08E-A2EE9BC08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5A64C4-A942-4562-B992-6BC4AC30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DB7D2D-AC8E-41AA-89AD-68C62A9D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189B83-960F-4B71-A3C4-E6EC3EAE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384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5E7EE9-0BB3-4509-84EF-73F9FCD3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B8385F-32B2-4B86-9D0D-52DE4D9D8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B95E9A-18BC-417E-B2F3-7DB60CD2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346E14-9F4F-48B1-B83B-14AD256C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FCD0CE-60D1-4B38-8203-8B537DB7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4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1AD40E-50D4-4C1C-B90D-0897AF9A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353DD4-A02C-4026-ABED-8E6AB5DA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7D65FC-1358-4729-A621-662385D6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5BC338-3094-4E36-9853-28EB99D1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BDAC27-FAC6-44FB-939C-945FD72F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654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76BADD-15A4-461A-9C66-EDED169E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9EBB8E-3195-4E23-BABE-850DB010A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927EBD-D1FF-4F2D-B4DB-4946C9B19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A353A01-CDB3-43C9-8998-B85DB240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D4B51C-089A-4D6D-93DC-E6CC8E39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ADE83D-3D22-4670-8525-D513F333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36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379C9-443A-4A7D-AB74-87DCEB82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327583-57FB-420D-A020-D96C0361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5DE789-A483-4998-A369-5EAA34E88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DF1949-B8E2-4D5C-8530-7205F8B58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162B96F-AB02-4F1D-AB8B-56F50BA4F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71739A-843C-41FE-9ADA-85ECD80B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3BCEFBE-A20D-41A1-952A-F671473C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D334859-B0B9-4D81-89CB-DE84B2A7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89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1ACE7B-096E-4140-8320-DFE1BC45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320497F-7432-4E04-926A-A8B728E8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2DB696-9655-41E2-BEE4-2A0EF313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CCE1430-4F22-4E6E-BE81-356CF2A6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10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2F950A0-E965-49FD-98A9-7C98E32D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51EB95-77DF-4A98-8D17-9F300EF0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0BC1BA-797A-4627-857F-6F0985CA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807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45EC0-10C4-433A-962E-74D331CB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D83150-D1AD-499E-B419-2499C09F5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EB179A-DB92-4D26-8839-3610F4921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0B69CC-44CF-4D16-B37E-B1006E12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1AB78C5-9F7B-43B9-9F17-F8AE9CFC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36409C-F88D-429C-AAB0-B6AF5301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587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A52C0C-CB50-4716-BE52-762E7F4E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07496D9-04DC-423D-BBED-4FC60733F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630C406-C05C-4F90-B5C5-849195364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B25B02-9D39-41D7-B742-72DABDFE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E6932A-55DA-4B76-B326-11213AE6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5A24D3-A8F3-4499-91D7-97F5774E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376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CE3D88-19A5-4860-8ACD-F83E715E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078C8C2-03CF-4976-B493-6FA6046B5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457B2C-1793-4C87-94C6-CBFA05A5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4E3ED3-5443-4430-BCB4-973C9B63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5CDF41-7183-43FE-A50C-5E362BD3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87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6B007F-DD40-4881-BDE1-5FDCC79BA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BC2095-5DFA-4132-908D-1664A772E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35A85D-BA56-4C73-927D-8473E241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7A8929-4957-4389-996D-4B90FD94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092F90-B711-4843-8E3F-7E720C9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6903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8E80539-6588-42F3-ADC9-8BF60389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672047-67A7-4867-A4E2-7B65BA59B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DB1C7F-241C-4BE3-B152-B91823D6D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7DBFF9-9203-4124-A996-E1994362C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15DA6C-3F1E-4482-991D-445BA4BED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60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4206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4" name="Rettangolo con angoli arrotondati 123">
            <a:extLst>
              <a:ext uri="{FF2B5EF4-FFF2-40B4-BE49-F238E27FC236}">
                <a16:creationId xmlns:a16="http://schemas.microsoft.com/office/drawing/2014/main" id="{014DF15D-B58E-4340-9825-B3E95F92F6B3}"/>
              </a:ext>
            </a:extLst>
          </p:cNvPr>
          <p:cNvSpPr/>
          <p:nvPr/>
        </p:nvSpPr>
        <p:spPr>
          <a:xfrm>
            <a:off x="2733308" y="2296502"/>
            <a:ext cx="5529830" cy="2172105"/>
          </a:xfrm>
          <a:prstGeom prst="roundRect">
            <a:avLst>
              <a:gd name="adj" fmla="val 808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45657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940231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27521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561999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1919433"/>
            <a:ext cx="9473930" cy="24907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1909908"/>
            <a:ext cx="9473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784877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457325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163625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868350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573075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410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77590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185228"/>
            <a:ext cx="1866900" cy="564314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882210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586931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288000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79442" y="26633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(art.53)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775909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471469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168244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872969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577694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2663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4"/>
            <a:ext cx="2066925" cy="1771290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466563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172863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877588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582313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3125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5511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5626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5688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5688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5511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5688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852821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54905" y="3797853"/>
            <a:ext cx="1637588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Non-IID Adaptation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82712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r>
              <a:rPr lang="it-IT" sz="1000" dirty="0">
                <a:solidFill>
                  <a:schemeClr val="tx1"/>
                </a:solidFill>
              </a:rPr>
              <a:t> |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67571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8482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955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1716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765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600575"/>
            <a:ext cx="2333809" cy="2150376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889387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411439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672589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935955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197850"/>
            <a:ext cx="2333811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456716"/>
            <a:ext cx="2333811" cy="28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2"/>
            <a:ext cx="12118112" cy="219232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228508"/>
            <a:ext cx="12118112" cy="229608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553473"/>
            <a:ext cx="12118112" cy="2276239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5619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8266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826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1501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8106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1133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764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6877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863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11578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8274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14035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5717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5016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8383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1486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8320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1645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7192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7192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188147"/>
            <a:ext cx="13758" cy="5515348"/>
          </a:xfrm>
          <a:prstGeom prst="bentConnector3">
            <a:avLst>
              <a:gd name="adj1" fmla="val 758700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713416"/>
            <a:ext cx="130" cy="3726109"/>
          </a:xfrm>
          <a:prstGeom prst="bentConnector3">
            <a:avLst>
              <a:gd name="adj1" fmla="val -8310846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618148"/>
            <a:ext cx="14505" cy="1902011"/>
          </a:xfrm>
          <a:prstGeom prst="bentConnector3">
            <a:avLst>
              <a:gd name="adj1" fmla="val 796070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137596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973989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474122"/>
            <a:ext cx="0" cy="205200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37476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602967" y="2171334"/>
            <a:ext cx="1" cy="226800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ttangolo con angoli arrotondati 174">
            <a:extLst>
              <a:ext uri="{FF2B5EF4-FFF2-40B4-BE49-F238E27FC236}">
                <a16:creationId xmlns:a16="http://schemas.microsoft.com/office/drawing/2014/main" id="{6C0B7322-46CD-45A3-A47C-FE353CB26F7D}"/>
              </a:ext>
            </a:extLst>
          </p:cNvPr>
          <p:cNvSpPr/>
          <p:nvPr/>
        </p:nvSpPr>
        <p:spPr>
          <a:xfrm>
            <a:off x="3323456" y="5148616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48F0513C-F597-4D28-9D23-AA97F59B3462}"/>
              </a:ext>
            </a:extLst>
          </p:cNvPr>
          <p:cNvSpPr txBox="1"/>
          <p:nvPr/>
        </p:nvSpPr>
        <p:spPr>
          <a:xfrm>
            <a:off x="3345616" y="4605843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190" name="CasellaDiTesto 189">
            <a:extLst>
              <a:ext uri="{FF2B5EF4-FFF2-40B4-BE49-F238E27FC236}">
                <a16:creationId xmlns:a16="http://schemas.microsoft.com/office/drawing/2014/main" id="{CF86CA38-97BE-477F-A70D-BDC4AFCFA468}"/>
              </a:ext>
            </a:extLst>
          </p:cNvPr>
          <p:cNvSpPr txBox="1"/>
          <p:nvPr/>
        </p:nvSpPr>
        <p:spPr>
          <a:xfrm>
            <a:off x="898476" y="3917668"/>
            <a:ext cx="1613051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Permit</a:t>
            </a:r>
            <a:r>
              <a:rPr lang="it-IT" sz="1000" i="1" dirty="0"/>
              <a:t> </a:t>
            </a:r>
            <a:r>
              <a:rPr lang="it-IT" sz="1000" i="1" dirty="0" err="1"/>
              <a:t>Authorization</a:t>
            </a:r>
            <a:endParaRPr lang="it-IT" sz="1000" i="1" dirty="0"/>
          </a:p>
          <a:p>
            <a:pPr algn="ctr"/>
            <a:r>
              <a:rPr lang="it-IT" sz="1000" i="1" dirty="0"/>
              <a:t>(OAuth2/</a:t>
            </a:r>
            <a:r>
              <a:rPr lang="it-IT" sz="1000" i="1" dirty="0" err="1"/>
              <a:t>mTLS</a:t>
            </a:r>
            <a:r>
              <a:rPr lang="it-IT" sz="1000" i="1" dirty="0"/>
              <a:t>, art.53+71)</a:t>
            </a:r>
          </a:p>
        </p:txBody>
      </p:sp>
      <p:sp>
        <p:nvSpPr>
          <p:cNvPr id="191" name="CasellaDiTesto 190">
            <a:extLst>
              <a:ext uri="{FF2B5EF4-FFF2-40B4-BE49-F238E27FC236}">
                <a16:creationId xmlns:a16="http://schemas.microsoft.com/office/drawing/2014/main" id="{355E7C51-750E-4D3F-B4BE-79A99020390E}"/>
              </a:ext>
            </a:extLst>
          </p:cNvPr>
          <p:cNvSpPr txBox="1"/>
          <p:nvPr/>
        </p:nvSpPr>
        <p:spPr>
          <a:xfrm>
            <a:off x="212435" y="2774741"/>
            <a:ext cx="2305473" cy="86177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000" i="1" dirty="0"/>
              <a:t>1) Privacy processing (DP-SGD, </a:t>
            </a:r>
            <a:r>
              <a:rPr lang="it-IT" sz="1000" i="1" dirty="0" err="1"/>
              <a:t>gradient</a:t>
            </a:r>
            <a:r>
              <a:rPr lang="it-IT" sz="1000" i="1" dirty="0"/>
              <a:t> clipping, </a:t>
            </a:r>
            <a:r>
              <a:rPr lang="it-IT" sz="1000" i="1" dirty="0" err="1"/>
              <a:t>secure</a:t>
            </a:r>
            <a:r>
              <a:rPr lang="it-IT" sz="1000" i="1" dirty="0"/>
              <a:t> </a:t>
            </a:r>
            <a:r>
              <a:rPr lang="it-IT" sz="1000" i="1" dirty="0" err="1"/>
              <a:t>masking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2) Audit </a:t>
            </a:r>
            <a:r>
              <a:rPr lang="it-IT" sz="1000" i="1" dirty="0" err="1"/>
              <a:t>trail</a:t>
            </a:r>
            <a:r>
              <a:rPr lang="it-IT" sz="1000" i="1" dirty="0"/>
              <a:t> (GDPR art.30, JSON </a:t>
            </a:r>
            <a:r>
              <a:rPr lang="it-IT" sz="1000" i="1" dirty="0" err="1"/>
              <a:t>logging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3) </a:t>
            </a:r>
            <a:r>
              <a:rPr lang="it-IT" sz="1000" i="1" dirty="0" err="1"/>
              <a:t>Transport</a:t>
            </a:r>
            <a:r>
              <a:rPr lang="it-IT" sz="1000" i="1" dirty="0"/>
              <a:t> </a:t>
            </a:r>
            <a:r>
              <a:rPr lang="it-IT" sz="1000" i="1" dirty="0" err="1"/>
              <a:t>layer</a:t>
            </a:r>
            <a:r>
              <a:rPr lang="it-IT" sz="1000" i="1" dirty="0"/>
              <a:t> (</a:t>
            </a:r>
            <a:r>
              <a:rPr lang="it-IT" sz="1000" i="1" dirty="0" err="1"/>
              <a:t>gRPC</a:t>
            </a:r>
            <a:r>
              <a:rPr lang="it-IT" sz="1000" i="1" dirty="0"/>
              <a:t> streaming, TLS/</a:t>
            </a:r>
            <a:r>
              <a:rPr lang="it-IT" sz="1000" i="1" dirty="0" err="1"/>
              <a:t>mTLS</a:t>
            </a:r>
            <a:r>
              <a:rPr lang="it-IT" sz="1000" i="1" dirty="0"/>
              <a:t>)</a:t>
            </a:r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77B15F1C-DAAC-489A-B025-A92C5CA903EC}"/>
              </a:ext>
            </a:extLst>
          </p:cNvPr>
          <p:cNvSpPr>
            <a:spLocks noChangeAspect="1"/>
          </p:cNvSpPr>
          <p:nvPr/>
        </p:nvSpPr>
        <p:spPr>
          <a:xfrm>
            <a:off x="4525450" y="278522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5" name="Rettangolo 114">
            <a:extLst>
              <a:ext uri="{FF2B5EF4-FFF2-40B4-BE49-F238E27FC236}">
                <a16:creationId xmlns:a16="http://schemas.microsoft.com/office/drawing/2014/main" id="{D17EF0CF-A2C2-4A51-87A8-E188A3638D80}"/>
              </a:ext>
            </a:extLst>
          </p:cNvPr>
          <p:cNvSpPr/>
          <p:nvPr/>
        </p:nvSpPr>
        <p:spPr>
          <a:xfrm>
            <a:off x="4481885" y="273530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1</a:t>
            </a:r>
            <a:endParaRPr lang="it-IT" sz="1000" dirty="0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62525C4E-1AE9-43F9-A414-6EBA7DDB7616}"/>
              </a:ext>
            </a:extLst>
          </p:cNvPr>
          <p:cNvSpPr>
            <a:spLocks noChangeAspect="1"/>
          </p:cNvSpPr>
          <p:nvPr/>
        </p:nvSpPr>
        <p:spPr>
          <a:xfrm>
            <a:off x="6249755" y="279393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319717CA-1614-444B-99A6-C09ED92FFAAE}"/>
              </a:ext>
            </a:extLst>
          </p:cNvPr>
          <p:cNvSpPr/>
          <p:nvPr/>
        </p:nvSpPr>
        <p:spPr>
          <a:xfrm>
            <a:off x="6206190" y="274401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2</a:t>
            </a:r>
            <a:endParaRPr lang="it-IT" sz="1000" dirty="0"/>
          </a:p>
        </p:txBody>
      </p:sp>
      <p:sp>
        <p:nvSpPr>
          <p:cNvPr id="119" name="Ovale 118">
            <a:extLst>
              <a:ext uri="{FF2B5EF4-FFF2-40B4-BE49-F238E27FC236}">
                <a16:creationId xmlns:a16="http://schemas.microsoft.com/office/drawing/2014/main" id="{0750563E-0656-4C15-81C2-05674D4E5192}"/>
              </a:ext>
            </a:extLst>
          </p:cNvPr>
          <p:cNvSpPr>
            <a:spLocks noChangeAspect="1"/>
          </p:cNvSpPr>
          <p:nvPr/>
        </p:nvSpPr>
        <p:spPr>
          <a:xfrm>
            <a:off x="8949422" y="2316319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1" name="Rettangolo 120">
            <a:extLst>
              <a:ext uri="{FF2B5EF4-FFF2-40B4-BE49-F238E27FC236}">
                <a16:creationId xmlns:a16="http://schemas.microsoft.com/office/drawing/2014/main" id="{6A934754-49EF-4555-9EE6-0FE9601F19A0}"/>
              </a:ext>
            </a:extLst>
          </p:cNvPr>
          <p:cNvSpPr/>
          <p:nvPr/>
        </p:nvSpPr>
        <p:spPr>
          <a:xfrm>
            <a:off x="8905857" y="2266401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3</a:t>
            </a:r>
            <a:endParaRPr lang="it-IT" sz="1000" dirty="0"/>
          </a:p>
        </p:txBody>
      </p:sp>
      <p:sp>
        <p:nvSpPr>
          <p:cNvPr id="122" name="Rettangolo con angoli arrotondati 121">
            <a:extLst>
              <a:ext uri="{FF2B5EF4-FFF2-40B4-BE49-F238E27FC236}">
                <a16:creationId xmlns:a16="http://schemas.microsoft.com/office/drawing/2014/main" id="{24BF83CA-B280-465F-A2DC-7DE716ECB006}"/>
              </a:ext>
            </a:extLst>
          </p:cNvPr>
          <p:cNvSpPr/>
          <p:nvPr/>
        </p:nvSpPr>
        <p:spPr>
          <a:xfrm>
            <a:off x="4703548" y="3823354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Clipping</a:t>
            </a:r>
          </a:p>
        </p:txBody>
      </p:sp>
      <p:sp>
        <p:nvSpPr>
          <p:cNvPr id="123" name="Rettangolo con angoli arrotondati 122">
            <a:extLst>
              <a:ext uri="{FF2B5EF4-FFF2-40B4-BE49-F238E27FC236}">
                <a16:creationId xmlns:a16="http://schemas.microsoft.com/office/drawing/2014/main" id="{B77F68B8-81EC-400A-AF71-68F30B9BC5AB}"/>
              </a:ext>
            </a:extLst>
          </p:cNvPr>
          <p:cNvSpPr/>
          <p:nvPr/>
        </p:nvSpPr>
        <p:spPr>
          <a:xfrm>
            <a:off x="2855954" y="4106861"/>
            <a:ext cx="1650040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25" name="Rettangolo con angoli arrotondati 124">
            <a:extLst>
              <a:ext uri="{FF2B5EF4-FFF2-40B4-BE49-F238E27FC236}">
                <a16:creationId xmlns:a16="http://schemas.microsoft.com/office/drawing/2014/main" id="{8F874333-11AE-489D-93C1-7996F3AC23F4}"/>
              </a:ext>
            </a:extLst>
          </p:cNvPr>
          <p:cNvSpPr/>
          <p:nvPr/>
        </p:nvSpPr>
        <p:spPr>
          <a:xfrm>
            <a:off x="6242731" y="4610100"/>
            <a:ext cx="2333809" cy="2150376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27" name="Rettangolo con angoli arrotondati 126">
            <a:extLst>
              <a:ext uri="{FF2B5EF4-FFF2-40B4-BE49-F238E27FC236}">
                <a16:creationId xmlns:a16="http://schemas.microsoft.com/office/drawing/2014/main" id="{91EB1254-1FF4-4669-90B3-631CB3339C4B}"/>
              </a:ext>
            </a:extLst>
          </p:cNvPr>
          <p:cNvSpPr/>
          <p:nvPr/>
        </p:nvSpPr>
        <p:spPr>
          <a:xfrm>
            <a:off x="6242729" y="4898912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28" name="Rettangolo con angoli arrotondati 127">
            <a:extLst>
              <a:ext uri="{FF2B5EF4-FFF2-40B4-BE49-F238E27FC236}">
                <a16:creationId xmlns:a16="http://schemas.microsoft.com/office/drawing/2014/main" id="{7CA22138-DAFA-4B90-93B1-5708DA1F4CDE}"/>
              </a:ext>
            </a:extLst>
          </p:cNvPr>
          <p:cNvSpPr/>
          <p:nvPr/>
        </p:nvSpPr>
        <p:spPr>
          <a:xfrm>
            <a:off x="6242728" y="5420964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29" name="Rettangolo con angoli arrotondati 128">
            <a:extLst>
              <a:ext uri="{FF2B5EF4-FFF2-40B4-BE49-F238E27FC236}">
                <a16:creationId xmlns:a16="http://schemas.microsoft.com/office/drawing/2014/main" id="{549A4C19-6471-46BF-9D68-D32735957117}"/>
              </a:ext>
            </a:extLst>
          </p:cNvPr>
          <p:cNvSpPr/>
          <p:nvPr/>
        </p:nvSpPr>
        <p:spPr>
          <a:xfrm>
            <a:off x="6242727" y="5682114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30" name="Rettangolo con angoli arrotondati 129">
            <a:extLst>
              <a:ext uri="{FF2B5EF4-FFF2-40B4-BE49-F238E27FC236}">
                <a16:creationId xmlns:a16="http://schemas.microsoft.com/office/drawing/2014/main" id="{8D69D76E-7CDD-46C0-B788-78271936FEA5}"/>
              </a:ext>
            </a:extLst>
          </p:cNvPr>
          <p:cNvSpPr/>
          <p:nvPr/>
        </p:nvSpPr>
        <p:spPr>
          <a:xfrm>
            <a:off x="6242727" y="5945480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32" name="Rettangolo con angoli arrotondati 131">
            <a:extLst>
              <a:ext uri="{FF2B5EF4-FFF2-40B4-BE49-F238E27FC236}">
                <a16:creationId xmlns:a16="http://schemas.microsoft.com/office/drawing/2014/main" id="{F5107E62-0C7F-4C69-8F8A-53EA55B1EDA5}"/>
              </a:ext>
            </a:extLst>
          </p:cNvPr>
          <p:cNvSpPr/>
          <p:nvPr/>
        </p:nvSpPr>
        <p:spPr>
          <a:xfrm>
            <a:off x="6242726" y="6207375"/>
            <a:ext cx="2333811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33" name="Rettangolo con angoli arrotondati 132">
            <a:extLst>
              <a:ext uri="{FF2B5EF4-FFF2-40B4-BE49-F238E27FC236}">
                <a16:creationId xmlns:a16="http://schemas.microsoft.com/office/drawing/2014/main" id="{66C7A31F-01DE-438D-8223-FCBF03EAAB64}"/>
              </a:ext>
            </a:extLst>
          </p:cNvPr>
          <p:cNvSpPr/>
          <p:nvPr/>
        </p:nvSpPr>
        <p:spPr>
          <a:xfrm>
            <a:off x="6247345" y="6466241"/>
            <a:ext cx="2333811" cy="28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134" name="Rettangolo con angoli arrotondati 133">
            <a:extLst>
              <a:ext uri="{FF2B5EF4-FFF2-40B4-BE49-F238E27FC236}">
                <a16:creationId xmlns:a16="http://schemas.microsoft.com/office/drawing/2014/main" id="{CA40EBB0-9747-4CDD-9FDA-F6ECD3B9F48C}"/>
              </a:ext>
            </a:extLst>
          </p:cNvPr>
          <p:cNvSpPr/>
          <p:nvPr/>
        </p:nvSpPr>
        <p:spPr>
          <a:xfrm>
            <a:off x="6238106" y="5158141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35" name="CasellaDiTesto 134">
            <a:extLst>
              <a:ext uri="{FF2B5EF4-FFF2-40B4-BE49-F238E27FC236}">
                <a16:creationId xmlns:a16="http://schemas.microsoft.com/office/drawing/2014/main" id="{35EDC4A2-67DA-4FA8-A8C1-27041996E871}"/>
              </a:ext>
            </a:extLst>
          </p:cNvPr>
          <p:cNvSpPr txBox="1"/>
          <p:nvPr/>
        </p:nvSpPr>
        <p:spPr>
          <a:xfrm>
            <a:off x="6260266" y="4615368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136" name="Rettangolo con angoli arrotondati 135">
            <a:extLst>
              <a:ext uri="{FF2B5EF4-FFF2-40B4-BE49-F238E27FC236}">
                <a16:creationId xmlns:a16="http://schemas.microsoft.com/office/drawing/2014/main" id="{D79727F6-8E84-474A-AEB7-11B5449A3847}"/>
              </a:ext>
            </a:extLst>
          </p:cNvPr>
          <p:cNvSpPr/>
          <p:nvPr/>
        </p:nvSpPr>
        <p:spPr>
          <a:xfrm>
            <a:off x="9033556" y="4610100"/>
            <a:ext cx="2333809" cy="2150376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7" name="Rettangolo con angoli arrotondati 136">
            <a:extLst>
              <a:ext uri="{FF2B5EF4-FFF2-40B4-BE49-F238E27FC236}">
                <a16:creationId xmlns:a16="http://schemas.microsoft.com/office/drawing/2014/main" id="{0AC4318A-0D7E-4FEF-A20D-96E25EE514F6}"/>
              </a:ext>
            </a:extLst>
          </p:cNvPr>
          <p:cNvSpPr/>
          <p:nvPr/>
        </p:nvSpPr>
        <p:spPr>
          <a:xfrm>
            <a:off x="9033554" y="4898912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38" name="Rettangolo con angoli arrotondati 137">
            <a:extLst>
              <a:ext uri="{FF2B5EF4-FFF2-40B4-BE49-F238E27FC236}">
                <a16:creationId xmlns:a16="http://schemas.microsoft.com/office/drawing/2014/main" id="{FADE06F5-0E6F-4854-A297-46A0A3B45DD5}"/>
              </a:ext>
            </a:extLst>
          </p:cNvPr>
          <p:cNvSpPr/>
          <p:nvPr/>
        </p:nvSpPr>
        <p:spPr>
          <a:xfrm>
            <a:off x="9033553" y="5420964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39" name="Rettangolo con angoli arrotondati 138">
            <a:extLst>
              <a:ext uri="{FF2B5EF4-FFF2-40B4-BE49-F238E27FC236}">
                <a16:creationId xmlns:a16="http://schemas.microsoft.com/office/drawing/2014/main" id="{D6468980-E7CC-4546-972A-4719E8437372}"/>
              </a:ext>
            </a:extLst>
          </p:cNvPr>
          <p:cNvSpPr/>
          <p:nvPr/>
        </p:nvSpPr>
        <p:spPr>
          <a:xfrm>
            <a:off x="9033552" y="5682114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40" name="Rettangolo con angoli arrotondati 139">
            <a:extLst>
              <a:ext uri="{FF2B5EF4-FFF2-40B4-BE49-F238E27FC236}">
                <a16:creationId xmlns:a16="http://schemas.microsoft.com/office/drawing/2014/main" id="{7D586BE5-B26C-45C0-ACAB-34398CF8C278}"/>
              </a:ext>
            </a:extLst>
          </p:cNvPr>
          <p:cNvSpPr/>
          <p:nvPr/>
        </p:nvSpPr>
        <p:spPr>
          <a:xfrm>
            <a:off x="9033552" y="5945480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41" name="Rettangolo con angoli arrotondati 140">
            <a:extLst>
              <a:ext uri="{FF2B5EF4-FFF2-40B4-BE49-F238E27FC236}">
                <a16:creationId xmlns:a16="http://schemas.microsoft.com/office/drawing/2014/main" id="{E175C705-051A-456E-A45A-8F3D9334C1B3}"/>
              </a:ext>
            </a:extLst>
          </p:cNvPr>
          <p:cNvSpPr/>
          <p:nvPr/>
        </p:nvSpPr>
        <p:spPr>
          <a:xfrm>
            <a:off x="9033551" y="6207375"/>
            <a:ext cx="2333811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42" name="Rettangolo con angoli arrotondati 141">
            <a:extLst>
              <a:ext uri="{FF2B5EF4-FFF2-40B4-BE49-F238E27FC236}">
                <a16:creationId xmlns:a16="http://schemas.microsoft.com/office/drawing/2014/main" id="{BDA0093F-167C-410B-9373-9654EDF52A03}"/>
              </a:ext>
            </a:extLst>
          </p:cNvPr>
          <p:cNvSpPr/>
          <p:nvPr/>
        </p:nvSpPr>
        <p:spPr>
          <a:xfrm>
            <a:off x="9038170" y="6466241"/>
            <a:ext cx="2333811" cy="28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143" name="Rettangolo con angoli arrotondati 142">
            <a:extLst>
              <a:ext uri="{FF2B5EF4-FFF2-40B4-BE49-F238E27FC236}">
                <a16:creationId xmlns:a16="http://schemas.microsoft.com/office/drawing/2014/main" id="{064F1AB0-E42D-4133-B5AB-8EA2DE8F4775}"/>
              </a:ext>
            </a:extLst>
          </p:cNvPr>
          <p:cNvSpPr/>
          <p:nvPr/>
        </p:nvSpPr>
        <p:spPr>
          <a:xfrm>
            <a:off x="9028931" y="5158141"/>
            <a:ext cx="2332800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44" name="CasellaDiTesto 143">
            <a:extLst>
              <a:ext uri="{FF2B5EF4-FFF2-40B4-BE49-F238E27FC236}">
                <a16:creationId xmlns:a16="http://schemas.microsoft.com/office/drawing/2014/main" id="{10D02007-822D-4B8F-A73E-634C6512CD94}"/>
              </a:ext>
            </a:extLst>
          </p:cNvPr>
          <p:cNvSpPr txBox="1"/>
          <p:nvPr/>
        </p:nvSpPr>
        <p:spPr>
          <a:xfrm>
            <a:off x="9051091" y="4615368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C (Member)</a:t>
            </a:r>
          </a:p>
        </p:txBody>
      </p:sp>
      <p:sp>
        <p:nvSpPr>
          <p:cNvPr id="145" name="CasellaDiTesto 144">
            <a:extLst>
              <a:ext uri="{FF2B5EF4-FFF2-40B4-BE49-F238E27FC236}">
                <a16:creationId xmlns:a16="http://schemas.microsoft.com/office/drawing/2014/main" id="{93E87F5B-C9D9-4ABC-8947-5D19BA4B4F4F}"/>
              </a:ext>
            </a:extLst>
          </p:cNvPr>
          <p:cNvSpPr txBox="1"/>
          <p:nvPr/>
        </p:nvSpPr>
        <p:spPr>
          <a:xfrm>
            <a:off x="2741686" y="2246860"/>
            <a:ext cx="5529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SECURE PROCESSING ENVIRONMENT (SPE) – HealthData@EU Infrastructure</a:t>
            </a:r>
          </a:p>
        </p:txBody>
      </p: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671450"/>
            <a:ext cx="7546" cy="1802366"/>
          </a:xfrm>
          <a:prstGeom prst="bentConnector3">
            <a:avLst>
              <a:gd name="adj1" fmla="val 166880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72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(art.53)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54905" y="3721653"/>
            <a:ext cx="1637588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Non-IID Adaptation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06512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r>
              <a:rPr lang="it-IT" sz="1000" dirty="0">
                <a:solidFill>
                  <a:schemeClr val="tx1"/>
                </a:solidFill>
              </a:rPr>
              <a:t> |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091371"/>
            <a:ext cx="1624875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508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316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58686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85975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131175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088571" y="6051871"/>
            <a:ext cx="1613055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088571" y="4888264"/>
            <a:ext cx="1613051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masked</a:t>
            </a:r>
            <a:r>
              <a:rPr lang="it-IT" sz="1000" i="1" dirty="0"/>
              <a:t>, </a:t>
            </a:r>
            <a:r>
              <a:rPr lang="it-IT" sz="1000" i="1" dirty="0" err="1"/>
              <a:t>encrypted</a:t>
            </a:r>
            <a:r>
              <a:rPr lang="it-IT" sz="1000" i="1" dirty="0"/>
              <a:t>, 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602967" y="2418985"/>
            <a:ext cx="1" cy="188757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ettangolo con angoli arrotondati 174">
            <a:extLst>
              <a:ext uri="{FF2B5EF4-FFF2-40B4-BE49-F238E27FC236}">
                <a16:creationId xmlns:a16="http://schemas.microsoft.com/office/drawing/2014/main" id="{6C0B7322-46CD-45A3-A47C-FE353CB26F7D}"/>
              </a:ext>
            </a:extLst>
          </p:cNvPr>
          <p:cNvSpPr/>
          <p:nvPr/>
        </p:nvSpPr>
        <p:spPr>
          <a:xfrm>
            <a:off x="3323456" y="504384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48F0513C-F597-4D28-9D23-AA97F59B3462}"/>
              </a:ext>
            </a:extLst>
          </p:cNvPr>
          <p:cNvSpPr txBox="1"/>
          <p:nvPr/>
        </p:nvSpPr>
        <p:spPr>
          <a:xfrm>
            <a:off x="3345616" y="4510593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177" name="Rettangolo con angoli arrotondati 176">
            <a:extLst>
              <a:ext uri="{FF2B5EF4-FFF2-40B4-BE49-F238E27FC236}">
                <a16:creationId xmlns:a16="http://schemas.microsoft.com/office/drawing/2014/main" id="{3CADAA9E-0AC3-4E07-971F-F7B2915B9A4D}"/>
              </a:ext>
            </a:extLst>
          </p:cNvPr>
          <p:cNvSpPr/>
          <p:nvPr/>
        </p:nvSpPr>
        <p:spPr>
          <a:xfrm>
            <a:off x="6302062" y="4779435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78" name="Rettangolo con angoli arrotondati 177">
            <a:extLst>
              <a:ext uri="{FF2B5EF4-FFF2-40B4-BE49-F238E27FC236}">
                <a16:creationId xmlns:a16="http://schemas.microsoft.com/office/drawing/2014/main" id="{16A5C1FF-983D-4216-BE59-A4BF1E40FAA2}"/>
              </a:ext>
            </a:extLst>
          </p:cNvPr>
          <p:cNvSpPr/>
          <p:nvPr/>
        </p:nvSpPr>
        <p:spPr>
          <a:xfrm>
            <a:off x="6302061" y="5320537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79" name="Rettangolo con angoli arrotondati 178">
            <a:extLst>
              <a:ext uri="{FF2B5EF4-FFF2-40B4-BE49-F238E27FC236}">
                <a16:creationId xmlns:a16="http://schemas.microsoft.com/office/drawing/2014/main" id="{AD478790-2908-4BDC-A8AB-FF7A631923E8}"/>
              </a:ext>
            </a:extLst>
          </p:cNvPr>
          <p:cNvSpPr/>
          <p:nvPr/>
        </p:nvSpPr>
        <p:spPr>
          <a:xfrm>
            <a:off x="6302060" y="559121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0" name="Rettangolo con angoli arrotondati 179">
            <a:extLst>
              <a:ext uri="{FF2B5EF4-FFF2-40B4-BE49-F238E27FC236}">
                <a16:creationId xmlns:a16="http://schemas.microsoft.com/office/drawing/2014/main" id="{7505CF0F-1194-4C58-BB9D-8346855AA739}"/>
              </a:ext>
            </a:extLst>
          </p:cNvPr>
          <p:cNvSpPr/>
          <p:nvPr/>
        </p:nvSpPr>
        <p:spPr>
          <a:xfrm>
            <a:off x="6302060" y="5864103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1" name="Rettangolo con angoli arrotondati 180">
            <a:extLst>
              <a:ext uri="{FF2B5EF4-FFF2-40B4-BE49-F238E27FC236}">
                <a16:creationId xmlns:a16="http://schemas.microsoft.com/office/drawing/2014/main" id="{CA453A23-D738-4D95-B7F4-8845EB908F63}"/>
              </a:ext>
            </a:extLst>
          </p:cNvPr>
          <p:cNvSpPr/>
          <p:nvPr/>
        </p:nvSpPr>
        <p:spPr>
          <a:xfrm>
            <a:off x="6302059" y="6135523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2" name="Rettangolo con angoli arrotondati 181">
            <a:extLst>
              <a:ext uri="{FF2B5EF4-FFF2-40B4-BE49-F238E27FC236}">
                <a16:creationId xmlns:a16="http://schemas.microsoft.com/office/drawing/2014/main" id="{23542DDF-B7C4-4E14-B601-250A20EC2225}"/>
              </a:ext>
            </a:extLst>
          </p:cNvPr>
          <p:cNvSpPr/>
          <p:nvPr/>
        </p:nvSpPr>
        <p:spPr>
          <a:xfrm>
            <a:off x="6297439" y="5048189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83" name="Rettangolo con angoli arrotondati 182">
            <a:extLst>
              <a:ext uri="{FF2B5EF4-FFF2-40B4-BE49-F238E27FC236}">
                <a16:creationId xmlns:a16="http://schemas.microsoft.com/office/drawing/2014/main" id="{2C209385-CFA8-42F5-A2E7-E564B6C2852F}"/>
              </a:ext>
            </a:extLst>
          </p:cNvPr>
          <p:cNvSpPr/>
          <p:nvPr/>
        </p:nvSpPr>
        <p:spPr>
          <a:xfrm>
            <a:off x="9267332" y="4792494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184" name="Rettangolo con angoli arrotondati 183">
            <a:extLst>
              <a:ext uri="{FF2B5EF4-FFF2-40B4-BE49-F238E27FC236}">
                <a16:creationId xmlns:a16="http://schemas.microsoft.com/office/drawing/2014/main" id="{37F9B73E-8575-4799-B4D8-4534AE11C79B}"/>
              </a:ext>
            </a:extLst>
          </p:cNvPr>
          <p:cNvSpPr/>
          <p:nvPr/>
        </p:nvSpPr>
        <p:spPr>
          <a:xfrm>
            <a:off x="9267331" y="5333596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85" name="Rettangolo con angoli arrotondati 184">
            <a:extLst>
              <a:ext uri="{FF2B5EF4-FFF2-40B4-BE49-F238E27FC236}">
                <a16:creationId xmlns:a16="http://schemas.microsoft.com/office/drawing/2014/main" id="{71AC3DF9-602B-4B3F-95F2-C98E807EE27B}"/>
              </a:ext>
            </a:extLst>
          </p:cNvPr>
          <p:cNvSpPr/>
          <p:nvPr/>
        </p:nvSpPr>
        <p:spPr>
          <a:xfrm>
            <a:off x="9267330" y="5604271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186" name="Rettangolo con angoli arrotondati 185">
            <a:extLst>
              <a:ext uri="{FF2B5EF4-FFF2-40B4-BE49-F238E27FC236}">
                <a16:creationId xmlns:a16="http://schemas.microsoft.com/office/drawing/2014/main" id="{6921468D-2916-42AF-9B2E-EFC72376D5CE}"/>
              </a:ext>
            </a:extLst>
          </p:cNvPr>
          <p:cNvSpPr/>
          <p:nvPr/>
        </p:nvSpPr>
        <p:spPr>
          <a:xfrm>
            <a:off x="9267330" y="5877162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187" name="Rettangolo con angoli arrotondati 186">
            <a:extLst>
              <a:ext uri="{FF2B5EF4-FFF2-40B4-BE49-F238E27FC236}">
                <a16:creationId xmlns:a16="http://schemas.microsoft.com/office/drawing/2014/main" id="{95B40111-A770-4A8A-877B-61098AF3C537}"/>
              </a:ext>
            </a:extLst>
          </p:cNvPr>
          <p:cNvSpPr/>
          <p:nvPr/>
        </p:nvSpPr>
        <p:spPr>
          <a:xfrm>
            <a:off x="9267329" y="6148582"/>
            <a:ext cx="2333811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188" name="Rettangolo con angoli arrotondati 187">
            <a:extLst>
              <a:ext uri="{FF2B5EF4-FFF2-40B4-BE49-F238E27FC236}">
                <a16:creationId xmlns:a16="http://schemas.microsoft.com/office/drawing/2014/main" id="{DB880ADD-839F-490E-8E44-B640653BE817}"/>
              </a:ext>
            </a:extLst>
          </p:cNvPr>
          <p:cNvSpPr/>
          <p:nvPr/>
        </p:nvSpPr>
        <p:spPr>
          <a:xfrm>
            <a:off x="9262709" y="5061248"/>
            <a:ext cx="2332800" cy="262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FHIR </a:t>
            </a:r>
            <a:r>
              <a:rPr lang="it-IT" sz="1000" dirty="0" err="1">
                <a:solidFill>
                  <a:schemeClr val="tx1"/>
                </a:solidFill>
              </a:rPr>
              <a:t>Preprocessing</a:t>
            </a:r>
            <a:r>
              <a:rPr lang="it-IT" sz="1000" dirty="0">
                <a:solidFill>
                  <a:schemeClr val="tx1"/>
                </a:solidFill>
              </a:rPr>
              <a:t> Engine</a:t>
            </a:r>
          </a:p>
        </p:txBody>
      </p:sp>
      <p:sp>
        <p:nvSpPr>
          <p:cNvPr id="190" name="CasellaDiTesto 189">
            <a:extLst>
              <a:ext uri="{FF2B5EF4-FFF2-40B4-BE49-F238E27FC236}">
                <a16:creationId xmlns:a16="http://schemas.microsoft.com/office/drawing/2014/main" id="{CF86CA38-97BE-477F-A70D-BDC4AFCFA468}"/>
              </a:ext>
            </a:extLst>
          </p:cNvPr>
          <p:cNvSpPr txBox="1"/>
          <p:nvPr/>
        </p:nvSpPr>
        <p:spPr>
          <a:xfrm>
            <a:off x="898476" y="3841468"/>
            <a:ext cx="1613051" cy="4001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Permit</a:t>
            </a:r>
            <a:r>
              <a:rPr lang="it-IT" sz="1000" i="1" dirty="0"/>
              <a:t> </a:t>
            </a:r>
            <a:r>
              <a:rPr lang="it-IT" sz="1000" i="1" dirty="0" err="1"/>
              <a:t>Authorization</a:t>
            </a:r>
            <a:endParaRPr lang="it-IT" sz="1000" i="1" dirty="0"/>
          </a:p>
          <a:p>
            <a:pPr algn="ctr"/>
            <a:r>
              <a:rPr lang="it-IT" sz="1000" i="1" dirty="0"/>
              <a:t>(OAuth2/</a:t>
            </a:r>
            <a:r>
              <a:rPr lang="it-IT" sz="1000" i="1" dirty="0" err="1"/>
              <a:t>mTLS</a:t>
            </a:r>
            <a:r>
              <a:rPr lang="it-IT" sz="1000" i="1" dirty="0"/>
              <a:t>, art.53+71)</a:t>
            </a:r>
          </a:p>
        </p:txBody>
      </p:sp>
      <p:sp>
        <p:nvSpPr>
          <p:cNvPr id="191" name="CasellaDiTesto 190">
            <a:extLst>
              <a:ext uri="{FF2B5EF4-FFF2-40B4-BE49-F238E27FC236}">
                <a16:creationId xmlns:a16="http://schemas.microsoft.com/office/drawing/2014/main" id="{355E7C51-750E-4D3F-B4BE-79A99020390E}"/>
              </a:ext>
            </a:extLst>
          </p:cNvPr>
          <p:cNvSpPr txBox="1"/>
          <p:nvPr/>
        </p:nvSpPr>
        <p:spPr>
          <a:xfrm>
            <a:off x="212435" y="2860466"/>
            <a:ext cx="2305473" cy="86177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just"/>
            <a:r>
              <a:rPr lang="it-IT" sz="1000" i="1" dirty="0"/>
              <a:t>1) Privacy processing (DP-SGD, </a:t>
            </a:r>
            <a:r>
              <a:rPr lang="it-IT" sz="1000" i="1" dirty="0" err="1"/>
              <a:t>gradient</a:t>
            </a:r>
            <a:r>
              <a:rPr lang="it-IT" sz="1000" i="1" dirty="0"/>
              <a:t> clipping, </a:t>
            </a:r>
            <a:r>
              <a:rPr lang="it-IT" sz="1000" i="1" dirty="0" err="1"/>
              <a:t>secure</a:t>
            </a:r>
            <a:r>
              <a:rPr lang="it-IT" sz="1000" i="1" dirty="0"/>
              <a:t> </a:t>
            </a:r>
            <a:r>
              <a:rPr lang="it-IT" sz="1000" i="1" dirty="0" err="1"/>
              <a:t>masking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2) Audit </a:t>
            </a:r>
            <a:r>
              <a:rPr lang="it-IT" sz="1000" i="1" dirty="0" err="1"/>
              <a:t>trail</a:t>
            </a:r>
            <a:r>
              <a:rPr lang="it-IT" sz="1000" i="1" dirty="0"/>
              <a:t> (GDPR art.30, JSON </a:t>
            </a:r>
            <a:r>
              <a:rPr lang="it-IT" sz="1000" i="1" dirty="0" err="1"/>
              <a:t>logging</a:t>
            </a:r>
            <a:r>
              <a:rPr lang="it-IT" sz="1000" i="1" dirty="0"/>
              <a:t>)</a:t>
            </a:r>
          </a:p>
          <a:p>
            <a:pPr algn="just"/>
            <a:r>
              <a:rPr lang="it-IT" sz="1000" i="1" dirty="0"/>
              <a:t>3) </a:t>
            </a:r>
            <a:r>
              <a:rPr lang="it-IT" sz="1000" i="1" dirty="0" err="1"/>
              <a:t>Transport</a:t>
            </a:r>
            <a:r>
              <a:rPr lang="it-IT" sz="1000" i="1" dirty="0"/>
              <a:t> </a:t>
            </a:r>
            <a:r>
              <a:rPr lang="it-IT" sz="1000" i="1" dirty="0" err="1"/>
              <a:t>layer</a:t>
            </a:r>
            <a:r>
              <a:rPr lang="it-IT" sz="1000" i="1" dirty="0"/>
              <a:t> (</a:t>
            </a:r>
            <a:r>
              <a:rPr lang="it-IT" sz="1000" i="1" dirty="0" err="1"/>
              <a:t>gRPC</a:t>
            </a:r>
            <a:r>
              <a:rPr lang="it-IT" sz="1000" i="1" dirty="0"/>
              <a:t> streaming, TLS/</a:t>
            </a:r>
            <a:r>
              <a:rPr lang="it-IT" sz="1000" i="1" dirty="0" err="1"/>
              <a:t>mTLS</a:t>
            </a:r>
            <a:r>
              <a:rPr lang="it-IT" sz="1000" i="1" dirty="0"/>
              <a:t>)</a:t>
            </a:r>
          </a:p>
        </p:txBody>
      </p:sp>
      <p:sp>
        <p:nvSpPr>
          <p:cNvPr id="114" name="Ovale 113">
            <a:extLst>
              <a:ext uri="{FF2B5EF4-FFF2-40B4-BE49-F238E27FC236}">
                <a16:creationId xmlns:a16="http://schemas.microsoft.com/office/drawing/2014/main" id="{77B15F1C-DAAC-489A-B025-A92C5CA903EC}"/>
              </a:ext>
            </a:extLst>
          </p:cNvPr>
          <p:cNvSpPr>
            <a:spLocks noChangeAspect="1"/>
          </p:cNvSpPr>
          <p:nvPr/>
        </p:nvSpPr>
        <p:spPr>
          <a:xfrm>
            <a:off x="4525450" y="270902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5" name="Rettangolo 114">
            <a:extLst>
              <a:ext uri="{FF2B5EF4-FFF2-40B4-BE49-F238E27FC236}">
                <a16:creationId xmlns:a16="http://schemas.microsoft.com/office/drawing/2014/main" id="{D17EF0CF-A2C2-4A51-87A8-E188A3638D80}"/>
              </a:ext>
            </a:extLst>
          </p:cNvPr>
          <p:cNvSpPr/>
          <p:nvPr/>
        </p:nvSpPr>
        <p:spPr>
          <a:xfrm>
            <a:off x="4481885" y="265910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1</a:t>
            </a:r>
            <a:endParaRPr lang="it-IT" sz="1000" dirty="0"/>
          </a:p>
        </p:txBody>
      </p:sp>
      <p:sp>
        <p:nvSpPr>
          <p:cNvPr id="116" name="Ovale 115">
            <a:extLst>
              <a:ext uri="{FF2B5EF4-FFF2-40B4-BE49-F238E27FC236}">
                <a16:creationId xmlns:a16="http://schemas.microsoft.com/office/drawing/2014/main" id="{62525C4E-1AE9-43F9-A414-6EBA7DDB7616}"/>
              </a:ext>
            </a:extLst>
          </p:cNvPr>
          <p:cNvSpPr>
            <a:spLocks noChangeAspect="1"/>
          </p:cNvSpPr>
          <p:nvPr/>
        </p:nvSpPr>
        <p:spPr>
          <a:xfrm>
            <a:off x="6249755" y="2717732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7" name="Rettangolo 116">
            <a:extLst>
              <a:ext uri="{FF2B5EF4-FFF2-40B4-BE49-F238E27FC236}">
                <a16:creationId xmlns:a16="http://schemas.microsoft.com/office/drawing/2014/main" id="{319717CA-1614-444B-99A6-C09ED92FFAAE}"/>
              </a:ext>
            </a:extLst>
          </p:cNvPr>
          <p:cNvSpPr/>
          <p:nvPr/>
        </p:nvSpPr>
        <p:spPr>
          <a:xfrm>
            <a:off x="6206190" y="2667814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2</a:t>
            </a:r>
            <a:endParaRPr lang="it-IT" sz="1000" dirty="0"/>
          </a:p>
        </p:txBody>
      </p:sp>
      <p:sp>
        <p:nvSpPr>
          <p:cNvPr id="119" name="Ovale 118">
            <a:extLst>
              <a:ext uri="{FF2B5EF4-FFF2-40B4-BE49-F238E27FC236}">
                <a16:creationId xmlns:a16="http://schemas.microsoft.com/office/drawing/2014/main" id="{0750563E-0656-4C15-81C2-05674D4E5192}"/>
              </a:ext>
            </a:extLst>
          </p:cNvPr>
          <p:cNvSpPr>
            <a:spLocks noChangeAspect="1"/>
          </p:cNvSpPr>
          <p:nvPr/>
        </p:nvSpPr>
        <p:spPr>
          <a:xfrm>
            <a:off x="8949422" y="2325844"/>
            <a:ext cx="149890" cy="155052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1" name="Rettangolo 120">
            <a:extLst>
              <a:ext uri="{FF2B5EF4-FFF2-40B4-BE49-F238E27FC236}">
                <a16:creationId xmlns:a16="http://schemas.microsoft.com/office/drawing/2014/main" id="{6A934754-49EF-4555-9EE6-0FE9601F19A0}"/>
              </a:ext>
            </a:extLst>
          </p:cNvPr>
          <p:cNvSpPr/>
          <p:nvPr/>
        </p:nvSpPr>
        <p:spPr>
          <a:xfrm>
            <a:off x="8905857" y="2275926"/>
            <a:ext cx="250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000" i="1" dirty="0"/>
              <a:t>3</a:t>
            </a:r>
            <a:endParaRPr lang="it-IT" sz="1000" dirty="0"/>
          </a:p>
        </p:txBody>
      </p:sp>
      <p:sp>
        <p:nvSpPr>
          <p:cNvPr id="122" name="Rettangolo con angoli arrotondati 121">
            <a:extLst>
              <a:ext uri="{FF2B5EF4-FFF2-40B4-BE49-F238E27FC236}">
                <a16:creationId xmlns:a16="http://schemas.microsoft.com/office/drawing/2014/main" id="{24BF83CA-B280-465F-A2DC-7DE716ECB006}"/>
              </a:ext>
            </a:extLst>
          </p:cNvPr>
          <p:cNvSpPr/>
          <p:nvPr/>
        </p:nvSpPr>
        <p:spPr>
          <a:xfrm>
            <a:off x="4703548" y="3747154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Clipping</a:t>
            </a:r>
          </a:p>
        </p:txBody>
      </p:sp>
      <p:sp>
        <p:nvSpPr>
          <p:cNvPr id="123" name="Rettangolo con angoli arrotondati 122">
            <a:extLst>
              <a:ext uri="{FF2B5EF4-FFF2-40B4-BE49-F238E27FC236}">
                <a16:creationId xmlns:a16="http://schemas.microsoft.com/office/drawing/2014/main" id="{B77F68B8-81EC-400A-AF71-68F30B9BC5AB}"/>
              </a:ext>
            </a:extLst>
          </p:cNvPr>
          <p:cNvSpPr/>
          <p:nvPr/>
        </p:nvSpPr>
        <p:spPr>
          <a:xfrm>
            <a:off x="2855954" y="4030661"/>
            <a:ext cx="1650040" cy="306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Chaeckpointing</a:t>
            </a:r>
            <a:endParaRPr lang="it-IT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941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D65C89AF7B4F1459F93F161312FB19B" ma:contentTypeVersion="18" ma:contentTypeDescription="Creare un nuovo documento." ma:contentTypeScope="" ma:versionID="fcdd580472fb31ec9bf33b65718e17ea">
  <xsd:schema xmlns:xsd="http://www.w3.org/2001/XMLSchema" xmlns:xs="http://www.w3.org/2001/XMLSchema" xmlns:p="http://schemas.microsoft.com/office/2006/metadata/properties" xmlns:ns3="94d2f9b8-77bc-4f2b-bb70-861e498a49cc" xmlns:ns4="aa705ed4-dc95-4468-8f11-8f368b237bda" targetNamespace="http://schemas.microsoft.com/office/2006/metadata/properties" ma:root="true" ma:fieldsID="aa69c65771c549eabce53540edf481a8" ns3:_="" ns4:_="">
    <xsd:import namespace="94d2f9b8-77bc-4f2b-bb70-861e498a49cc"/>
    <xsd:import namespace="aa705ed4-dc95-4468-8f11-8f368b237b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d2f9b8-77bc-4f2b-bb70-861e498a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05ed4-dc95-4468-8f11-8f368b237bd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d2f9b8-77bc-4f2b-bb70-861e498a49cc" xsi:nil="true"/>
  </documentManagement>
</p:properties>
</file>

<file path=customXml/itemProps1.xml><?xml version="1.0" encoding="utf-8"?>
<ds:datastoreItem xmlns:ds="http://schemas.openxmlformats.org/officeDocument/2006/customXml" ds:itemID="{EBFB6916-1A75-4851-A2DD-36E7A5BC27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d2f9b8-77bc-4f2b-bb70-861e498a49cc"/>
    <ds:schemaRef ds:uri="aa705ed4-dc95-4468-8f11-8f368b237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E131E4-56C7-4AF6-BAF0-4EF29EEC4A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713C05-E084-41EB-9CF5-73759149100B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aa705ed4-dc95-4468-8f11-8f368b237bda"/>
    <ds:schemaRef ds:uri="http://schemas.microsoft.com/office/2006/metadata/properties"/>
    <ds:schemaRef ds:uri="http://purl.org/dc/terms/"/>
    <ds:schemaRef ds:uri="http://schemas.microsoft.com/office/infopath/2007/PartnerControls"/>
    <ds:schemaRef ds:uri="94d2f9b8-77bc-4f2b-bb70-861e498a49c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651</Words>
  <Application>Microsoft Office PowerPoint</Application>
  <PresentationFormat>Widescreen</PresentationFormat>
  <Paragraphs>191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Liberti Fabio</dc:creator>
  <cp:lastModifiedBy>Liberti Fabio</cp:lastModifiedBy>
  <cp:revision>12</cp:revision>
  <dcterms:created xsi:type="dcterms:W3CDTF">2026-02-18T09:17:37Z</dcterms:created>
  <dcterms:modified xsi:type="dcterms:W3CDTF">2026-02-18T15:37:22Z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0x0101009D65C89AF7B4F1459F93F161312FB19B</vt:lpwstr>
  </property>
</Properties>
</file>