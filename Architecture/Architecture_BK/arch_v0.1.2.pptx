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56" r:id="rId6"/>
    <p:sldId id="26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E7265C5-9FC5-43B0-B90A-F1B37CBC2497}">
          <p14:sldIdLst>
            <p14:sldId id="263"/>
          </p14:sldIdLst>
        </p14:section>
        <p14:section name="Sezione senza titolo" id="{AEBB7C26-BF0B-44CD-ABEA-A03B75F9A054}">
          <p14:sldIdLst>
            <p14:sldId id="256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71" autoAdjust="0"/>
    <p:restoredTop sz="94660"/>
  </p:normalViewPr>
  <p:slideViewPr>
    <p:cSldViewPr snapToGrid="0">
      <p:cViewPr>
        <p:scale>
          <a:sx n="110" d="100"/>
          <a:sy n="110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berti Fabio" userId="ef726a5d-13e2-428c-9f01-791252c36c9c" providerId="ADAL" clId="{1AA501D7-C329-475C-AD82-01BFA4C95493}"/>
    <pc:docChg chg="undo redo custSel addSld delSld modSld sldOrd modSection">
      <pc:chgData name="Liberti Fabio" userId="ef726a5d-13e2-428c-9f01-791252c36c9c" providerId="ADAL" clId="{1AA501D7-C329-475C-AD82-01BFA4C95493}" dt="2026-02-18T13:37:43.135" v="1542"/>
      <pc:docMkLst>
        <pc:docMk/>
      </pc:docMkLst>
      <pc:sldChg chg="addSp delSp modSp">
        <pc:chgData name="Liberti Fabio" userId="ef726a5d-13e2-428c-9f01-791252c36c9c" providerId="ADAL" clId="{1AA501D7-C329-475C-AD82-01BFA4C95493}" dt="2026-02-18T13:31:33.269" v="911" actId="123"/>
        <pc:sldMkLst>
          <pc:docMk/>
          <pc:sldMk cId="3221873106" sldId="256"/>
        </pc:sldMkLst>
        <pc:spChg chg="mod">
          <ac:chgData name="Liberti Fabio" userId="ef726a5d-13e2-428c-9f01-791252c36c9c" providerId="ADAL" clId="{1AA501D7-C329-475C-AD82-01BFA4C95493}" dt="2026-02-18T13:04:13.621" v="97" actId="1076"/>
          <ac:spMkLst>
            <pc:docMk/>
            <pc:sldMk cId="3221873106" sldId="256"/>
            <ac:spMk id="60" creationId="{C1BFA26A-C4F9-4564-B7A6-8AA61E906E6C}"/>
          </ac:spMkLst>
        </pc:spChg>
        <pc:spChg chg="mod">
          <ac:chgData name="Liberti Fabio" userId="ef726a5d-13e2-428c-9f01-791252c36c9c" providerId="ADAL" clId="{1AA501D7-C329-475C-AD82-01BFA4C95493}" dt="2026-02-18T13:12:38.938" v="359" actId="14100"/>
          <ac:spMkLst>
            <pc:docMk/>
            <pc:sldMk cId="3221873106" sldId="256"/>
            <ac:spMk id="63" creationId="{8916046F-CC1E-4148-BB1F-64EF0748475A}"/>
          </ac:spMkLst>
        </pc:spChg>
        <pc:spChg chg="del mod">
          <ac:chgData name="Liberti Fabio" userId="ef726a5d-13e2-428c-9f01-791252c36c9c" providerId="ADAL" clId="{1AA501D7-C329-475C-AD82-01BFA4C95493}" dt="2026-02-18T13:10:01.378" v="240" actId="478"/>
          <ac:spMkLst>
            <pc:docMk/>
            <pc:sldMk cId="3221873106" sldId="256"/>
            <ac:spMk id="64" creationId="{B9A91527-94F3-47B8-ADB1-41925B1FEE8A}"/>
          </ac:spMkLst>
        </pc:spChg>
        <pc:spChg chg="mod">
          <ac:chgData name="Liberti Fabio" userId="ef726a5d-13e2-428c-9f01-791252c36c9c" providerId="ADAL" clId="{1AA501D7-C329-475C-AD82-01BFA4C95493}" dt="2026-02-18T13:13:37.270" v="373" actId="1035"/>
          <ac:spMkLst>
            <pc:docMk/>
            <pc:sldMk cId="3221873106" sldId="256"/>
            <ac:spMk id="65" creationId="{1B7AF030-3773-4AAB-B3EF-5625A178BCFB}"/>
          </ac:spMkLst>
        </pc:spChg>
        <pc:spChg chg="mod">
          <ac:chgData name="Liberti Fabio" userId="ef726a5d-13e2-428c-9f01-791252c36c9c" providerId="ADAL" clId="{1AA501D7-C329-475C-AD82-01BFA4C95493}" dt="2026-02-18T13:13:39.826" v="375" actId="1035"/>
          <ac:spMkLst>
            <pc:docMk/>
            <pc:sldMk cId="3221873106" sldId="256"/>
            <ac:spMk id="66" creationId="{AB946362-116C-4037-A8EF-7027DA39E64C}"/>
          </ac:spMkLst>
        </pc:spChg>
        <pc:spChg chg="mod">
          <ac:chgData name="Liberti Fabio" userId="ef726a5d-13e2-428c-9f01-791252c36c9c" providerId="ADAL" clId="{1AA501D7-C329-475C-AD82-01BFA4C95493}" dt="2026-02-18T13:13:42.323" v="377" actId="1035"/>
          <ac:spMkLst>
            <pc:docMk/>
            <pc:sldMk cId="3221873106" sldId="256"/>
            <ac:spMk id="67" creationId="{2AE2666A-844D-4713-BF66-81E1F070CCFB}"/>
          </ac:spMkLst>
        </pc:spChg>
        <pc:spChg chg="mod">
          <ac:chgData name="Liberti Fabio" userId="ef726a5d-13e2-428c-9f01-791252c36c9c" providerId="ADAL" clId="{1AA501D7-C329-475C-AD82-01BFA4C95493}" dt="2026-02-18T13:13:45.839" v="380" actId="1036"/>
          <ac:spMkLst>
            <pc:docMk/>
            <pc:sldMk cId="3221873106" sldId="256"/>
            <ac:spMk id="68" creationId="{F9BEFF9E-ACBB-42E0-8E2F-AADBE8DA2684}"/>
          </ac:spMkLst>
        </pc:spChg>
        <pc:spChg chg="del">
          <ac:chgData name="Liberti Fabio" userId="ef726a5d-13e2-428c-9f01-791252c36c9c" providerId="ADAL" clId="{1AA501D7-C329-475C-AD82-01BFA4C95493}" dt="2026-02-18T13:14:00.059" v="381" actId="478"/>
          <ac:spMkLst>
            <pc:docMk/>
            <pc:sldMk cId="3221873106" sldId="256"/>
            <ac:spMk id="71" creationId="{B046A04B-E543-4CC0-86CF-E92816A55E27}"/>
          </ac:spMkLst>
        </pc:spChg>
        <pc:spChg chg="del">
          <ac:chgData name="Liberti Fabio" userId="ef726a5d-13e2-428c-9f01-791252c36c9c" providerId="ADAL" clId="{1AA501D7-C329-475C-AD82-01BFA4C95493}" dt="2026-02-18T13:14:00.059" v="381" actId="478"/>
          <ac:spMkLst>
            <pc:docMk/>
            <pc:sldMk cId="3221873106" sldId="256"/>
            <ac:spMk id="73" creationId="{1BC78E67-9AAE-4014-825B-8F6DC33A699B}"/>
          </ac:spMkLst>
        </pc:spChg>
        <pc:spChg chg="del">
          <ac:chgData name="Liberti Fabio" userId="ef726a5d-13e2-428c-9f01-791252c36c9c" providerId="ADAL" clId="{1AA501D7-C329-475C-AD82-01BFA4C95493}" dt="2026-02-18T13:14:00.059" v="381" actId="478"/>
          <ac:spMkLst>
            <pc:docMk/>
            <pc:sldMk cId="3221873106" sldId="256"/>
            <ac:spMk id="74" creationId="{7306AB3B-7B0B-4D48-94F0-D044F785CF28}"/>
          </ac:spMkLst>
        </pc:spChg>
        <pc:spChg chg="del">
          <ac:chgData name="Liberti Fabio" userId="ef726a5d-13e2-428c-9f01-791252c36c9c" providerId="ADAL" clId="{1AA501D7-C329-475C-AD82-01BFA4C95493}" dt="2026-02-18T13:14:00.059" v="381" actId="478"/>
          <ac:spMkLst>
            <pc:docMk/>
            <pc:sldMk cId="3221873106" sldId="256"/>
            <ac:spMk id="75" creationId="{FDBF882B-B684-4EE3-8ED0-A2143F4FDDC1}"/>
          </ac:spMkLst>
        </pc:spChg>
        <pc:spChg chg="del">
          <ac:chgData name="Liberti Fabio" userId="ef726a5d-13e2-428c-9f01-791252c36c9c" providerId="ADAL" clId="{1AA501D7-C329-475C-AD82-01BFA4C95493}" dt="2026-02-18T13:14:00.059" v="381" actId="478"/>
          <ac:spMkLst>
            <pc:docMk/>
            <pc:sldMk cId="3221873106" sldId="256"/>
            <ac:spMk id="76" creationId="{F35EF129-4EAA-4D5A-B658-910A1C59027C}"/>
          </ac:spMkLst>
        </pc:spChg>
        <pc:spChg chg="del">
          <ac:chgData name="Liberti Fabio" userId="ef726a5d-13e2-428c-9f01-791252c36c9c" providerId="ADAL" clId="{1AA501D7-C329-475C-AD82-01BFA4C95493}" dt="2026-02-18T13:14:29.013" v="460" actId="478"/>
          <ac:spMkLst>
            <pc:docMk/>
            <pc:sldMk cId="3221873106" sldId="256"/>
            <ac:spMk id="79" creationId="{5C010454-620D-4603-A22F-951F71C3C0FE}"/>
          </ac:spMkLst>
        </pc:spChg>
        <pc:spChg chg="del">
          <ac:chgData name="Liberti Fabio" userId="ef726a5d-13e2-428c-9f01-791252c36c9c" providerId="ADAL" clId="{1AA501D7-C329-475C-AD82-01BFA4C95493}" dt="2026-02-18T13:14:29.013" v="460" actId="478"/>
          <ac:spMkLst>
            <pc:docMk/>
            <pc:sldMk cId="3221873106" sldId="256"/>
            <ac:spMk id="81" creationId="{50801C13-B3D1-496D-B9B0-2171E1EB7A82}"/>
          </ac:spMkLst>
        </pc:spChg>
        <pc:spChg chg="del">
          <ac:chgData name="Liberti Fabio" userId="ef726a5d-13e2-428c-9f01-791252c36c9c" providerId="ADAL" clId="{1AA501D7-C329-475C-AD82-01BFA4C95493}" dt="2026-02-18T13:14:29.013" v="460" actId="478"/>
          <ac:spMkLst>
            <pc:docMk/>
            <pc:sldMk cId="3221873106" sldId="256"/>
            <ac:spMk id="82" creationId="{28A5A49A-1E0D-4590-B5C6-027AAF2E4FEF}"/>
          </ac:spMkLst>
        </pc:spChg>
        <pc:spChg chg="del">
          <ac:chgData name="Liberti Fabio" userId="ef726a5d-13e2-428c-9f01-791252c36c9c" providerId="ADAL" clId="{1AA501D7-C329-475C-AD82-01BFA4C95493}" dt="2026-02-18T13:14:29.013" v="460" actId="478"/>
          <ac:spMkLst>
            <pc:docMk/>
            <pc:sldMk cId="3221873106" sldId="256"/>
            <ac:spMk id="83" creationId="{B7C41F97-EF3D-4D99-ADFB-3E90752D8DF4}"/>
          </ac:spMkLst>
        </pc:spChg>
        <pc:spChg chg="del">
          <ac:chgData name="Liberti Fabio" userId="ef726a5d-13e2-428c-9f01-791252c36c9c" providerId="ADAL" clId="{1AA501D7-C329-475C-AD82-01BFA4C95493}" dt="2026-02-18T13:14:29.013" v="460" actId="478"/>
          <ac:spMkLst>
            <pc:docMk/>
            <pc:sldMk cId="3221873106" sldId="256"/>
            <ac:spMk id="84" creationId="{3A5C6BD7-2966-4C14-8853-06B8A88E3326}"/>
          </ac:spMkLst>
        </pc:spChg>
        <pc:spChg chg="mod">
          <ac:chgData name="Liberti Fabio" userId="ef726a5d-13e2-428c-9f01-791252c36c9c" providerId="ADAL" clId="{1AA501D7-C329-475C-AD82-01BFA4C95493}" dt="2026-02-18T12:56:48.140" v="23" actId="14100"/>
          <ac:spMkLst>
            <pc:docMk/>
            <pc:sldMk cId="3221873106" sldId="256"/>
            <ac:spMk id="155" creationId="{B683BB2B-4985-4350-9127-E0EE804C3424}"/>
          </ac:spMkLst>
        </pc:spChg>
        <pc:spChg chg="mod">
          <ac:chgData name="Liberti Fabio" userId="ef726a5d-13e2-428c-9f01-791252c36c9c" providerId="ADAL" clId="{1AA501D7-C329-475C-AD82-01BFA4C95493}" dt="2026-02-18T12:56:43.237" v="22" actId="14100"/>
          <ac:spMkLst>
            <pc:docMk/>
            <pc:sldMk cId="3221873106" sldId="256"/>
            <ac:spMk id="156" creationId="{949B9363-505A-4A78-8EDE-B015C6DCDC35}"/>
          </ac:spMkLst>
        </pc:spChg>
        <pc:spChg chg="add mod">
          <ac:chgData name="Liberti Fabio" userId="ef726a5d-13e2-428c-9f01-791252c36c9c" providerId="ADAL" clId="{1AA501D7-C329-475C-AD82-01BFA4C95493}" dt="2026-02-18T13:13:34.316" v="371" actId="1035"/>
          <ac:spMkLst>
            <pc:docMk/>
            <pc:sldMk cId="3221873106" sldId="256"/>
            <ac:spMk id="175" creationId="{6C0B7322-46CD-45A3-A47C-FE353CB26F7D}"/>
          </ac:spMkLst>
        </pc:spChg>
        <pc:spChg chg="add mod">
          <ac:chgData name="Liberti Fabio" userId="ef726a5d-13e2-428c-9f01-791252c36c9c" providerId="ADAL" clId="{1AA501D7-C329-475C-AD82-01BFA4C95493}" dt="2026-02-18T13:14:50.267" v="536" actId="20577"/>
          <ac:spMkLst>
            <pc:docMk/>
            <pc:sldMk cId="3221873106" sldId="256"/>
            <ac:spMk id="176" creationId="{48F0513C-F597-4D28-9D23-AA97F59B3462}"/>
          </ac:spMkLst>
        </pc:spChg>
        <pc:spChg chg="add mod">
          <ac:chgData name="Liberti Fabio" userId="ef726a5d-13e2-428c-9f01-791252c36c9c" providerId="ADAL" clId="{1AA501D7-C329-475C-AD82-01BFA4C95493}" dt="2026-02-18T13:14:18.277" v="459" actId="1037"/>
          <ac:spMkLst>
            <pc:docMk/>
            <pc:sldMk cId="3221873106" sldId="256"/>
            <ac:spMk id="177" creationId="{3CADAA9E-0AC3-4E07-971F-F7B2915B9A4D}"/>
          </ac:spMkLst>
        </pc:spChg>
        <pc:spChg chg="add mod">
          <ac:chgData name="Liberti Fabio" userId="ef726a5d-13e2-428c-9f01-791252c36c9c" providerId="ADAL" clId="{1AA501D7-C329-475C-AD82-01BFA4C95493}" dt="2026-02-18T13:14:18.277" v="459" actId="1037"/>
          <ac:spMkLst>
            <pc:docMk/>
            <pc:sldMk cId="3221873106" sldId="256"/>
            <ac:spMk id="178" creationId="{16A5C1FF-983D-4216-BE59-A4BF1E40FAA2}"/>
          </ac:spMkLst>
        </pc:spChg>
        <pc:spChg chg="add mod">
          <ac:chgData name="Liberti Fabio" userId="ef726a5d-13e2-428c-9f01-791252c36c9c" providerId="ADAL" clId="{1AA501D7-C329-475C-AD82-01BFA4C95493}" dt="2026-02-18T13:14:18.277" v="459" actId="1037"/>
          <ac:spMkLst>
            <pc:docMk/>
            <pc:sldMk cId="3221873106" sldId="256"/>
            <ac:spMk id="179" creationId="{AD478790-2908-4BDC-A8AB-FF7A631923E8}"/>
          </ac:spMkLst>
        </pc:spChg>
        <pc:spChg chg="add mod">
          <ac:chgData name="Liberti Fabio" userId="ef726a5d-13e2-428c-9f01-791252c36c9c" providerId="ADAL" clId="{1AA501D7-C329-475C-AD82-01BFA4C95493}" dt="2026-02-18T13:14:18.277" v="459" actId="1037"/>
          <ac:spMkLst>
            <pc:docMk/>
            <pc:sldMk cId="3221873106" sldId="256"/>
            <ac:spMk id="180" creationId="{7505CF0F-1194-4C58-BB9D-8346855AA739}"/>
          </ac:spMkLst>
        </pc:spChg>
        <pc:spChg chg="add mod">
          <ac:chgData name="Liberti Fabio" userId="ef726a5d-13e2-428c-9f01-791252c36c9c" providerId="ADAL" clId="{1AA501D7-C329-475C-AD82-01BFA4C95493}" dt="2026-02-18T13:14:18.277" v="459" actId="1037"/>
          <ac:spMkLst>
            <pc:docMk/>
            <pc:sldMk cId="3221873106" sldId="256"/>
            <ac:spMk id="181" creationId="{CA453A23-D738-4D95-B7F4-8845EB908F63}"/>
          </ac:spMkLst>
        </pc:spChg>
        <pc:spChg chg="add mod">
          <ac:chgData name="Liberti Fabio" userId="ef726a5d-13e2-428c-9f01-791252c36c9c" providerId="ADAL" clId="{1AA501D7-C329-475C-AD82-01BFA4C95493}" dt="2026-02-18T13:14:18.277" v="459" actId="1037"/>
          <ac:spMkLst>
            <pc:docMk/>
            <pc:sldMk cId="3221873106" sldId="256"/>
            <ac:spMk id="182" creationId="{23542DDF-B7C4-4E14-B601-250A20EC2225}"/>
          </ac:spMkLst>
        </pc:spChg>
        <pc:spChg chg="add mod">
          <ac:chgData name="Liberti Fabio" userId="ef726a5d-13e2-428c-9f01-791252c36c9c" providerId="ADAL" clId="{1AA501D7-C329-475C-AD82-01BFA4C95493}" dt="2026-02-18T13:14:45.683" v="535" actId="1037"/>
          <ac:spMkLst>
            <pc:docMk/>
            <pc:sldMk cId="3221873106" sldId="256"/>
            <ac:spMk id="183" creationId="{2C209385-CFA8-42F5-A2E7-E564B6C2852F}"/>
          </ac:spMkLst>
        </pc:spChg>
        <pc:spChg chg="add mod">
          <ac:chgData name="Liberti Fabio" userId="ef726a5d-13e2-428c-9f01-791252c36c9c" providerId="ADAL" clId="{1AA501D7-C329-475C-AD82-01BFA4C95493}" dt="2026-02-18T13:14:45.683" v="535" actId="1037"/>
          <ac:spMkLst>
            <pc:docMk/>
            <pc:sldMk cId="3221873106" sldId="256"/>
            <ac:spMk id="184" creationId="{37F9B73E-8575-4799-B4D8-4534AE11C79B}"/>
          </ac:spMkLst>
        </pc:spChg>
        <pc:spChg chg="add mod">
          <ac:chgData name="Liberti Fabio" userId="ef726a5d-13e2-428c-9f01-791252c36c9c" providerId="ADAL" clId="{1AA501D7-C329-475C-AD82-01BFA4C95493}" dt="2026-02-18T13:14:45.683" v="535" actId="1037"/>
          <ac:spMkLst>
            <pc:docMk/>
            <pc:sldMk cId="3221873106" sldId="256"/>
            <ac:spMk id="185" creationId="{71AC3DF9-602B-4B3F-95F2-C98E807EE27B}"/>
          </ac:spMkLst>
        </pc:spChg>
        <pc:spChg chg="add mod">
          <ac:chgData name="Liberti Fabio" userId="ef726a5d-13e2-428c-9f01-791252c36c9c" providerId="ADAL" clId="{1AA501D7-C329-475C-AD82-01BFA4C95493}" dt="2026-02-18T13:14:45.683" v="535" actId="1037"/>
          <ac:spMkLst>
            <pc:docMk/>
            <pc:sldMk cId="3221873106" sldId="256"/>
            <ac:spMk id="186" creationId="{6921468D-2916-42AF-9B2E-EFC72376D5CE}"/>
          </ac:spMkLst>
        </pc:spChg>
        <pc:spChg chg="add mod">
          <ac:chgData name="Liberti Fabio" userId="ef726a5d-13e2-428c-9f01-791252c36c9c" providerId="ADAL" clId="{1AA501D7-C329-475C-AD82-01BFA4C95493}" dt="2026-02-18T13:14:45.683" v="535" actId="1037"/>
          <ac:spMkLst>
            <pc:docMk/>
            <pc:sldMk cId="3221873106" sldId="256"/>
            <ac:spMk id="187" creationId="{95B40111-A770-4A8A-877B-61098AF3C537}"/>
          </ac:spMkLst>
        </pc:spChg>
        <pc:spChg chg="add mod">
          <ac:chgData name="Liberti Fabio" userId="ef726a5d-13e2-428c-9f01-791252c36c9c" providerId="ADAL" clId="{1AA501D7-C329-475C-AD82-01BFA4C95493}" dt="2026-02-18T13:14:45.683" v="535" actId="1037"/>
          <ac:spMkLst>
            <pc:docMk/>
            <pc:sldMk cId="3221873106" sldId="256"/>
            <ac:spMk id="188" creationId="{DB880ADD-839F-490E-8E44-B640653BE817}"/>
          </ac:spMkLst>
        </pc:spChg>
        <pc:spChg chg="add mod">
          <ac:chgData name="Liberti Fabio" userId="ef726a5d-13e2-428c-9f01-791252c36c9c" providerId="ADAL" clId="{1AA501D7-C329-475C-AD82-01BFA4C95493}" dt="2026-02-18T13:26:52.961" v="708" actId="1036"/>
          <ac:spMkLst>
            <pc:docMk/>
            <pc:sldMk cId="3221873106" sldId="256"/>
            <ac:spMk id="190" creationId="{CF86CA38-97BE-477F-A70D-BDC4AFCFA468}"/>
          </ac:spMkLst>
        </pc:spChg>
        <pc:spChg chg="add mod">
          <ac:chgData name="Liberti Fabio" userId="ef726a5d-13e2-428c-9f01-791252c36c9c" providerId="ADAL" clId="{1AA501D7-C329-475C-AD82-01BFA4C95493}" dt="2026-02-18T13:31:33.269" v="911" actId="123"/>
          <ac:spMkLst>
            <pc:docMk/>
            <pc:sldMk cId="3221873106" sldId="256"/>
            <ac:spMk id="191" creationId="{355E7C51-750E-4D3F-B4BE-79A99020390E}"/>
          </ac:spMkLst>
        </pc:spChg>
        <pc:cxnChg chg="mod">
          <ac:chgData name="Liberti Fabio" userId="ef726a5d-13e2-428c-9f01-791252c36c9c" providerId="ADAL" clId="{1AA501D7-C329-475C-AD82-01BFA4C95493}" dt="2026-02-18T13:15:19.978" v="537" actId="14100"/>
          <ac:cxnSpMkLst>
            <pc:docMk/>
            <pc:sldMk cId="3221873106" sldId="256"/>
            <ac:cxnSpMk id="173" creationId="{C9D7715F-CF39-498A-BE91-9D84516A9CA6}"/>
          </ac:cxnSpMkLst>
        </pc:cxnChg>
      </pc:sldChg>
      <pc:sldChg chg="del">
        <pc:chgData name="Liberti Fabio" userId="ef726a5d-13e2-428c-9f01-791252c36c9c" providerId="ADAL" clId="{1AA501D7-C329-475C-AD82-01BFA4C95493}" dt="2026-02-18T13:02:27.480" v="49" actId="2696"/>
        <pc:sldMkLst>
          <pc:docMk/>
          <pc:sldMk cId="4281702677" sldId="259"/>
        </pc:sldMkLst>
      </pc:sldChg>
      <pc:sldChg chg="del">
        <pc:chgData name="Liberti Fabio" userId="ef726a5d-13e2-428c-9f01-791252c36c9c" providerId="ADAL" clId="{1AA501D7-C329-475C-AD82-01BFA4C95493}" dt="2026-02-18T13:02:26.581" v="48" actId="2696"/>
        <pc:sldMkLst>
          <pc:docMk/>
          <pc:sldMk cId="26106615" sldId="260"/>
        </pc:sldMkLst>
      </pc:sldChg>
      <pc:sldChg chg="del">
        <pc:chgData name="Liberti Fabio" userId="ef726a5d-13e2-428c-9f01-791252c36c9c" providerId="ADAL" clId="{1AA501D7-C329-475C-AD82-01BFA4C95493}" dt="2026-02-18T13:02:25.852" v="47" actId="2696"/>
        <pc:sldMkLst>
          <pc:docMk/>
          <pc:sldMk cId="3250911247" sldId="261"/>
        </pc:sldMkLst>
      </pc:sldChg>
      <pc:sldChg chg="add">
        <pc:chgData name="Liberti Fabio" userId="ef726a5d-13e2-428c-9f01-791252c36c9c" providerId="ADAL" clId="{1AA501D7-C329-475C-AD82-01BFA4C95493}" dt="2026-02-18T13:02:23.655" v="46"/>
        <pc:sldMkLst>
          <pc:docMk/>
          <pc:sldMk cId="3836272340" sldId="262"/>
        </pc:sldMkLst>
      </pc:sldChg>
      <pc:sldChg chg="addSp delSp modSp add ord">
        <pc:chgData name="Liberti Fabio" userId="ef726a5d-13e2-428c-9f01-791252c36c9c" providerId="ADAL" clId="{1AA501D7-C329-475C-AD82-01BFA4C95493}" dt="2026-02-18T13:37:43.135" v="1542"/>
        <pc:sldMkLst>
          <pc:docMk/>
          <pc:sldMk cId="1592720331" sldId="263"/>
        </pc:sldMkLst>
        <pc:spChg chg="add del mod">
          <ac:chgData name="Liberti Fabio" userId="ef726a5d-13e2-428c-9f01-791252c36c9c" providerId="ADAL" clId="{1AA501D7-C329-475C-AD82-01BFA4C95493}" dt="2026-02-18T13:37:09.632" v="1541" actId="478"/>
          <ac:spMkLst>
            <pc:docMk/>
            <pc:sldMk cId="1592720331" sldId="263"/>
            <ac:spMk id="2" creationId="{A01B588B-BD0F-4855-B055-C27CB104E8A3}"/>
          </ac:spMkLst>
        </pc:spChg>
        <pc:spChg chg="add del mod">
          <ac:chgData name="Liberti Fabio" userId="ef726a5d-13e2-428c-9f01-791252c36c9c" providerId="ADAL" clId="{1AA501D7-C329-475C-AD82-01BFA4C95493}" dt="2026-02-18T13:37:09.632" v="1541" actId="478"/>
          <ac:spMkLst>
            <pc:docMk/>
            <pc:sldMk cId="1592720331" sldId="263"/>
            <ac:spMk id="3" creationId="{FF9C33F0-4F5D-44E9-ACEE-3FF2334069B8}"/>
          </ac:spMkLst>
        </pc:spChg>
        <pc:spChg chg="add mod">
          <ac:chgData name="Liberti Fabio" userId="ef726a5d-13e2-428c-9f01-791252c36c9c" providerId="ADAL" clId="{1AA501D7-C329-475C-AD82-01BFA4C95493}" dt="2026-02-18T13:34:52.717" v="1124" actId="1035"/>
          <ac:spMkLst>
            <pc:docMk/>
            <pc:sldMk cId="1592720331" sldId="263"/>
            <ac:spMk id="114" creationId="{77B15F1C-DAAC-489A-B025-A92C5CA903EC}"/>
          </ac:spMkLst>
        </pc:spChg>
        <pc:spChg chg="add mod">
          <ac:chgData name="Liberti Fabio" userId="ef726a5d-13e2-428c-9f01-791252c36c9c" providerId="ADAL" clId="{1AA501D7-C329-475C-AD82-01BFA4C95493}" dt="2026-02-18T13:34:52.717" v="1124" actId="1035"/>
          <ac:spMkLst>
            <pc:docMk/>
            <pc:sldMk cId="1592720331" sldId="263"/>
            <ac:spMk id="115" creationId="{D17EF0CF-A2C2-4A51-87A8-E188A3638D80}"/>
          </ac:spMkLst>
        </pc:spChg>
        <pc:spChg chg="add mod">
          <ac:chgData name="Liberti Fabio" userId="ef726a5d-13e2-428c-9f01-791252c36c9c" providerId="ADAL" clId="{1AA501D7-C329-475C-AD82-01BFA4C95493}" dt="2026-02-18T13:35:25.743" v="1251" actId="1035"/>
          <ac:spMkLst>
            <pc:docMk/>
            <pc:sldMk cId="1592720331" sldId="263"/>
            <ac:spMk id="116" creationId="{62525C4E-1AE9-43F9-A414-6EBA7DDB7616}"/>
          </ac:spMkLst>
        </pc:spChg>
        <pc:spChg chg="add mod">
          <ac:chgData name="Liberti Fabio" userId="ef726a5d-13e2-428c-9f01-791252c36c9c" providerId="ADAL" clId="{1AA501D7-C329-475C-AD82-01BFA4C95493}" dt="2026-02-18T13:35:25.743" v="1251" actId="1035"/>
          <ac:spMkLst>
            <pc:docMk/>
            <pc:sldMk cId="1592720331" sldId="263"/>
            <ac:spMk id="117" creationId="{319717CA-1614-444B-99A6-C09ED92FFAAE}"/>
          </ac:spMkLst>
        </pc:spChg>
        <pc:spChg chg="add mod">
          <ac:chgData name="Liberti Fabio" userId="ef726a5d-13e2-428c-9f01-791252c36c9c" providerId="ADAL" clId="{1AA501D7-C329-475C-AD82-01BFA4C95493}" dt="2026-02-18T13:36:55.733" v="1540" actId="1038"/>
          <ac:spMkLst>
            <pc:docMk/>
            <pc:sldMk cId="1592720331" sldId="263"/>
            <ac:spMk id="119" creationId="{0750563E-0656-4C15-81C2-05674D4E5192}"/>
          </ac:spMkLst>
        </pc:spChg>
        <pc:spChg chg="add mod">
          <ac:chgData name="Liberti Fabio" userId="ef726a5d-13e2-428c-9f01-791252c36c9c" providerId="ADAL" clId="{1AA501D7-C329-475C-AD82-01BFA4C95493}" dt="2026-02-18T13:36:55.733" v="1540" actId="1038"/>
          <ac:spMkLst>
            <pc:docMk/>
            <pc:sldMk cId="1592720331" sldId="263"/>
            <ac:spMk id="121" creationId="{6A934754-49EF-4555-9EE6-0FE9601F19A0}"/>
          </ac:spMkLst>
        </pc:spChg>
        <pc:spChg chg="mod">
          <ac:chgData name="Liberti Fabio" userId="ef726a5d-13e2-428c-9f01-791252c36c9c" providerId="ADAL" clId="{1AA501D7-C329-475C-AD82-01BFA4C95493}" dt="2026-02-18T13:32:16.492" v="914" actId="692"/>
          <ac:spMkLst>
            <pc:docMk/>
            <pc:sldMk cId="1592720331" sldId="263"/>
            <ac:spMk id="191" creationId="{355E7C51-750E-4D3F-B4BE-79A9902039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961DC-3480-4C43-86EF-1FB9F8C7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A7E5E-AAE0-4EC9-B08E-A2EE9BC0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5A64C4-A942-4562-B992-6BC4AC30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DB7D2D-AC8E-41AA-89AD-68C62A9D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89B83-960F-4B71-A3C4-E6EC3EAE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38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7EE9-0BB3-4509-84EF-73F9FCD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8385F-32B2-4B86-9D0D-52DE4D9D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95E9A-18BC-417E-B2F3-7DB60CD2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346E14-9F4F-48B1-B83B-14AD256C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FCD0CE-60D1-4B38-8203-8B537DB7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AD40E-50D4-4C1C-B90D-0897AF9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53DD4-A02C-4026-ABED-8E6AB5DA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7D65FC-1358-4729-A621-662385D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C338-3094-4E36-9853-28EB99D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DAC27-FAC6-44FB-939C-945FD72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5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76BADD-15A4-461A-9C66-EDED169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EBB8E-3195-4E23-BABE-850DB010A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27EBD-D1FF-4F2D-B4DB-4946C9B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353A01-CDB3-43C9-8998-B85DB240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4B51C-089A-4D6D-93DC-E6CC8E39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DE83D-3D22-4670-8525-D513F333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3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379C9-443A-4A7D-AB74-87DCEB8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27583-57FB-420D-A020-D96C0361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5DE789-A483-4998-A369-5EAA34E8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F1949-B8E2-4D5C-8530-7205F8B58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62B96F-AB02-4F1D-AB8B-56F50BA4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71739A-843C-41FE-9ADA-85ECD80B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BCEFBE-A20D-41A1-952A-F671473C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334859-B0B9-4D81-89CB-DE84B2A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8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ACE7B-096E-4140-8320-DFE1BC45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497F-7432-4E04-926A-A8B728E8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DB696-9655-41E2-BEE4-2A0EF31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CE1430-4F22-4E6E-BE81-356CF2A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10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F950A0-E965-49FD-98A9-7C98E32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51EB95-77DF-4A98-8D17-9F300EF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BC1BA-797A-4627-857F-6F0985CA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45EC0-10C4-433A-962E-74D331C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D83150-D1AD-499E-B419-2499C09F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EB179A-DB92-4D26-8839-3610F4921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0B69CC-44CF-4D16-B37E-B1006E1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AB78C5-9F7B-43B9-9F17-F8AE9CFC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36409C-F88D-429C-AAB0-B6AF5301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87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52C0C-CB50-4716-BE52-762E7F4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07496D9-04DC-423D-BBED-4FC60733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30C406-C05C-4F90-B5C5-8491953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B25B02-9D39-41D7-B742-72DABDF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E6932A-55DA-4B76-B326-11213AE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5A24D3-A8F3-4499-91D7-97F5774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7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E3D88-19A5-4860-8ACD-F83E715E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78C8C2-03CF-4976-B493-6FA6046B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457B2C-1793-4C87-94C6-CBFA05A5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4E3ED3-5443-4430-BCB4-973C9B6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CDF41-7183-43FE-A50C-5E362BD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6B007F-DD40-4881-BDE1-5FDCC79BA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BC2095-5DFA-4132-908D-1664A772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5A85D-BA56-4C73-927D-8473E241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A8929-4957-4389-996D-4B90FD9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092F90-B711-4843-8E3F-7E720C9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90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80539-6588-42F3-ADC9-8BF6038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72047-67A7-4867-A4E2-7B65BA59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B1C7F-241C-4BE3-B152-B91823D6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DBFF9-9203-4124-A996-E1994362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15DA6C-3F1E-4482-991D-445BA4BE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0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77B15F1C-DAAC-489A-B025-A92C5CA903EC}"/>
              </a:ext>
            </a:extLst>
          </p:cNvPr>
          <p:cNvSpPr>
            <a:spLocks noChangeAspect="1"/>
          </p:cNvSpPr>
          <p:nvPr/>
        </p:nvSpPr>
        <p:spPr>
          <a:xfrm>
            <a:off x="4525450" y="270902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D17EF0CF-A2C2-4A51-87A8-E188A3638D80}"/>
              </a:ext>
            </a:extLst>
          </p:cNvPr>
          <p:cNvSpPr/>
          <p:nvPr/>
        </p:nvSpPr>
        <p:spPr>
          <a:xfrm>
            <a:off x="4481885" y="265910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1</a:t>
            </a:r>
            <a:endParaRPr lang="it-IT" sz="1000" dirty="0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62525C4E-1AE9-43F9-A414-6EBA7DDB7616}"/>
              </a:ext>
            </a:extLst>
          </p:cNvPr>
          <p:cNvSpPr>
            <a:spLocks noChangeAspect="1"/>
          </p:cNvSpPr>
          <p:nvPr/>
        </p:nvSpPr>
        <p:spPr>
          <a:xfrm>
            <a:off x="6249755" y="271773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319717CA-1614-444B-99A6-C09ED92FFAAE}"/>
              </a:ext>
            </a:extLst>
          </p:cNvPr>
          <p:cNvSpPr/>
          <p:nvPr/>
        </p:nvSpPr>
        <p:spPr>
          <a:xfrm>
            <a:off x="6206190" y="266781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2</a:t>
            </a:r>
            <a:endParaRPr lang="it-IT" sz="1000" dirty="0"/>
          </a:p>
        </p:txBody>
      </p:sp>
      <p:sp>
        <p:nvSpPr>
          <p:cNvPr id="119" name="Ovale 118">
            <a:extLst>
              <a:ext uri="{FF2B5EF4-FFF2-40B4-BE49-F238E27FC236}">
                <a16:creationId xmlns:a16="http://schemas.microsoft.com/office/drawing/2014/main" id="{0750563E-0656-4C15-81C2-05674D4E5192}"/>
              </a:ext>
            </a:extLst>
          </p:cNvPr>
          <p:cNvSpPr>
            <a:spLocks noChangeAspect="1"/>
          </p:cNvSpPr>
          <p:nvPr/>
        </p:nvSpPr>
        <p:spPr>
          <a:xfrm>
            <a:off x="8949422" y="2325844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A934754-49EF-4555-9EE6-0FE9601F19A0}"/>
              </a:ext>
            </a:extLst>
          </p:cNvPr>
          <p:cNvSpPr/>
          <p:nvPr/>
        </p:nvSpPr>
        <p:spPr>
          <a:xfrm>
            <a:off x="8905857" y="2275926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3</a:t>
            </a:r>
            <a:endParaRPr lang="it-IT" sz="1000" dirty="0"/>
          </a:p>
        </p:txBody>
      </p:sp>
    </p:spTree>
    <p:extLst>
      <p:ext uri="{BB962C8B-B14F-4D97-AF65-F5344CB8AC3E}">
        <p14:creationId xmlns:p14="http://schemas.microsoft.com/office/powerpoint/2010/main" val="159272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187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590794" y="2418985"/>
            <a:ext cx="12173" cy="191633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272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5C89AF7B4F1459F93F161312FB19B" ma:contentTypeVersion="18" ma:contentTypeDescription="Creare un nuovo documento." ma:contentTypeScope="" ma:versionID="fcdd580472fb31ec9bf33b65718e17ea">
  <xsd:schema xmlns:xsd="http://www.w3.org/2001/XMLSchema" xmlns:xs="http://www.w3.org/2001/XMLSchema" xmlns:p="http://schemas.microsoft.com/office/2006/metadata/properties" xmlns:ns3="94d2f9b8-77bc-4f2b-bb70-861e498a49cc" xmlns:ns4="aa705ed4-dc95-4468-8f11-8f368b237bda" targetNamespace="http://schemas.microsoft.com/office/2006/metadata/properties" ma:root="true" ma:fieldsID="aa69c65771c549eabce53540edf481a8" ns3:_="" ns4:_="">
    <xsd:import namespace="94d2f9b8-77bc-4f2b-bb70-861e498a49cc"/>
    <xsd:import namespace="aa705ed4-dc95-4468-8f11-8f368b237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2f9b8-77bc-4f2b-bb70-861e498a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05ed4-dc95-4468-8f11-8f368b237bd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2f9b8-77bc-4f2b-bb70-861e498a49cc" xsi:nil="true"/>
  </documentManagement>
</p:properties>
</file>

<file path=customXml/itemProps1.xml><?xml version="1.0" encoding="utf-8"?>
<ds:datastoreItem xmlns:ds="http://schemas.openxmlformats.org/officeDocument/2006/customXml" ds:itemID="{EBFB6916-1A75-4851-A2DD-36E7A5BC2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2f9b8-77bc-4f2b-bb70-861e498a49cc"/>
    <ds:schemaRef ds:uri="aa705ed4-dc95-4468-8f11-8f368b237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131E4-56C7-4AF6-BAF0-4EF29EEC4A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13C05-E084-41EB-9CF5-73759149100B}">
  <ds:schemaRefs>
    <ds:schemaRef ds:uri="http://purl.org/dc/dcmitype/"/>
    <ds:schemaRef ds:uri="http://purl.org/dc/elements/1.1/"/>
    <ds:schemaRef ds:uri="http://www.w3.org/XML/1998/namespace"/>
    <ds:schemaRef ds:uri="http://purl.org/dc/terms/"/>
    <ds:schemaRef ds:uri="aa705ed4-dc95-4468-8f11-8f368b237bda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94d2f9b8-77bc-4f2b-bb70-861e498a49c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875</Words>
  <Application>Microsoft Office PowerPoint</Application>
  <PresentationFormat>Widescreen</PresentationFormat>
  <Paragraphs>262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Liberti Fabio</dc:creator>
  <cp:lastModifiedBy>Liberti Fabio</cp:lastModifiedBy>
  <cp:revision>6</cp:revision>
  <dcterms:created xsi:type="dcterms:W3CDTF">2026-02-18T09:17:37Z</dcterms:created>
  <dcterms:modified xsi:type="dcterms:W3CDTF">2026-02-18T13:38:22Z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0x0101009D65C89AF7B4F1459F93F161312FB19B</vt:lpwstr>
  </property>
</Properties>
</file>