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0" r:id="rId6"/>
    <p:sldId id="259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zione predefinita" id="{9E7265C5-9FC5-43B0-B90A-F1B37CBC2497}">
          <p14:sldIdLst>
            <p14:sldId id="256"/>
          </p14:sldIdLst>
        </p14:section>
        <p14:section name="Sezione senza titolo" id="{AEBB7C26-BF0B-44CD-ABEA-A03B75F9A054}">
          <p14:sldIdLst>
            <p14:sldId id="260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71" autoAdjust="0"/>
    <p:restoredTop sz="94660"/>
  </p:normalViewPr>
  <p:slideViewPr>
    <p:cSldViewPr snapToGrid="0">
      <p:cViewPr>
        <p:scale>
          <a:sx n="110" d="100"/>
          <a:sy n="110" d="100"/>
        </p:scale>
        <p:origin x="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berti Fabio" userId="ef726a5d-13e2-428c-9f01-791252c36c9c" providerId="ADAL" clId="{1AA501D7-C329-475C-AD82-01BFA4C95493}"/>
    <pc:docChg chg="undo custSel addSld delSld modSld modSection">
      <pc:chgData name="Liberti Fabio" userId="ef726a5d-13e2-428c-9f01-791252c36c9c" providerId="ADAL" clId="{1AA501D7-C329-475C-AD82-01BFA4C95493}" dt="2026-02-18T12:51:53.435" v="335" actId="6549"/>
      <pc:docMkLst>
        <pc:docMk/>
      </pc:docMkLst>
      <pc:sldChg chg="addSp delSp modSp">
        <pc:chgData name="Liberti Fabio" userId="ef726a5d-13e2-428c-9f01-791252c36c9c" providerId="ADAL" clId="{1AA501D7-C329-475C-AD82-01BFA4C95493}" dt="2026-02-18T12:51:53.435" v="335" actId="6549"/>
        <pc:sldMkLst>
          <pc:docMk/>
          <pc:sldMk cId="3221873106" sldId="256"/>
        </pc:sldMkLst>
        <pc:spChg chg="mod">
          <ac:chgData name="Liberti Fabio" userId="ef726a5d-13e2-428c-9f01-791252c36c9c" providerId="ADAL" clId="{1AA501D7-C329-475C-AD82-01BFA4C95493}" dt="2026-02-18T12:32:10.143" v="61" actId="14100"/>
          <ac:spMkLst>
            <pc:docMk/>
            <pc:sldMk cId="3221873106" sldId="256"/>
            <ac:spMk id="6" creationId="{1FE449AC-B8D3-4983-9F3D-B30837F23E97}"/>
          </ac:spMkLst>
        </pc:spChg>
        <pc:spChg chg="mod">
          <ac:chgData name="Liberti Fabio" userId="ef726a5d-13e2-428c-9f01-791252c36c9c" providerId="ADAL" clId="{1AA501D7-C329-475C-AD82-01BFA4C95493}" dt="2026-02-18T12:46:42.773" v="298" actId="692"/>
          <ac:spMkLst>
            <pc:docMk/>
            <pc:sldMk cId="3221873106" sldId="256"/>
            <ac:spMk id="11" creationId="{35273463-8269-4900-866F-4A6BAD9CB2E9}"/>
          </ac:spMkLst>
        </pc:spChg>
        <pc:spChg chg="mod">
          <ac:chgData name="Liberti Fabio" userId="ef726a5d-13e2-428c-9f01-791252c36c9c" providerId="ADAL" clId="{1AA501D7-C329-475C-AD82-01BFA4C95493}" dt="2026-02-18T12:22:25.885" v="14" actId="14100"/>
          <ac:spMkLst>
            <pc:docMk/>
            <pc:sldMk cId="3221873106" sldId="256"/>
            <ac:spMk id="41" creationId="{C9B77A6E-7A48-4F28-80BB-2227D5C8A0EC}"/>
          </ac:spMkLst>
        </pc:spChg>
        <pc:spChg chg="mod">
          <ac:chgData name="Liberti Fabio" userId="ef726a5d-13e2-428c-9f01-791252c36c9c" providerId="ADAL" clId="{1AA501D7-C329-475C-AD82-01BFA4C95493}" dt="2026-02-18T12:18:30.422" v="5" actId="14100"/>
          <ac:spMkLst>
            <pc:docMk/>
            <pc:sldMk cId="3221873106" sldId="256"/>
            <ac:spMk id="42" creationId="{41B82149-5CE8-4535-B79A-B7AD5B10C8CF}"/>
          </ac:spMkLst>
        </pc:spChg>
        <pc:spChg chg="mod">
          <ac:chgData name="Liberti Fabio" userId="ef726a5d-13e2-428c-9f01-791252c36c9c" providerId="ADAL" clId="{1AA501D7-C329-475C-AD82-01BFA4C95493}" dt="2026-02-18T12:18:26.352" v="4" actId="14100"/>
          <ac:spMkLst>
            <pc:docMk/>
            <pc:sldMk cId="3221873106" sldId="256"/>
            <ac:spMk id="47" creationId="{43F8CFE0-7491-4269-B12E-221B5D715804}"/>
          </ac:spMkLst>
        </pc:spChg>
        <pc:spChg chg="mod">
          <ac:chgData name="Liberti Fabio" userId="ef726a5d-13e2-428c-9f01-791252c36c9c" providerId="ADAL" clId="{1AA501D7-C329-475C-AD82-01BFA4C95493}" dt="2026-02-18T12:19:12.144" v="9" actId="14100"/>
          <ac:spMkLst>
            <pc:docMk/>
            <pc:sldMk cId="3221873106" sldId="256"/>
            <ac:spMk id="90" creationId="{806070B2-252B-4C79-84E8-18DC1F41EB61}"/>
          </ac:spMkLst>
        </pc:spChg>
        <pc:spChg chg="mod">
          <ac:chgData name="Liberti Fabio" userId="ef726a5d-13e2-428c-9f01-791252c36c9c" providerId="ADAL" clId="{1AA501D7-C329-475C-AD82-01BFA4C95493}" dt="2026-02-18T12:19:38.675" v="12" actId="1035"/>
          <ac:spMkLst>
            <pc:docMk/>
            <pc:sldMk cId="3221873106" sldId="256"/>
            <ac:spMk id="91" creationId="{4E5E0B54-08DE-449F-B6B6-B7C6C9B2D1CF}"/>
          </ac:spMkLst>
        </pc:spChg>
        <pc:spChg chg="mod">
          <ac:chgData name="Liberti Fabio" userId="ef726a5d-13e2-428c-9f01-791252c36c9c" providerId="ADAL" clId="{1AA501D7-C329-475C-AD82-01BFA4C95493}" dt="2026-02-18T12:18:58.984" v="7" actId="14100"/>
          <ac:spMkLst>
            <pc:docMk/>
            <pc:sldMk cId="3221873106" sldId="256"/>
            <ac:spMk id="92" creationId="{226E78CA-3178-4827-BA02-7A44E92F6B31}"/>
          </ac:spMkLst>
        </pc:spChg>
        <pc:spChg chg="mod">
          <ac:chgData name="Liberti Fabio" userId="ef726a5d-13e2-428c-9f01-791252c36c9c" providerId="ADAL" clId="{1AA501D7-C329-475C-AD82-01BFA4C95493}" dt="2026-02-18T12:18:49.651" v="6" actId="1036"/>
          <ac:spMkLst>
            <pc:docMk/>
            <pc:sldMk cId="3221873106" sldId="256"/>
            <ac:spMk id="103" creationId="{0E6C2C96-3DCF-405A-966F-8CFA817096AF}"/>
          </ac:spMkLst>
        </pc:spChg>
        <pc:spChg chg="add mod">
          <ac:chgData name="Liberti Fabio" userId="ef726a5d-13e2-428c-9f01-791252c36c9c" providerId="ADAL" clId="{1AA501D7-C329-475C-AD82-01BFA4C95493}" dt="2026-02-18T12:51:11.052" v="313" actId="14100"/>
          <ac:spMkLst>
            <pc:docMk/>
            <pc:sldMk cId="3221873106" sldId="256"/>
            <ac:spMk id="155" creationId="{B683BB2B-4985-4350-9127-E0EE804C3424}"/>
          </ac:spMkLst>
        </pc:spChg>
        <pc:spChg chg="add mod">
          <ac:chgData name="Liberti Fabio" userId="ef726a5d-13e2-428c-9f01-791252c36c9c" providerId="ADAL" clId="{1AA501D7-C329-475C-AD82-01BFA4C95493}" dt="2026-02-18T12:51:53.435" v="335" actId="6549"/>
          <ac:spMkLst>
            <pc:docMk/>
            <pc:sldMk cId="3221873106" sldId="256"/>
            <ac:spMk id="156" creationId="{949B9363-505A-4A78-8EDE-B015C6DCDC35}"/>
          </ac:spMkLst>
        </pc:spChg>
        <pc:cxnChg chg="add del mod">
          <ac:chgData name="Liberti Fabio" userId="ef726a5d-13e2-428c-9f01-791252c36c9c" providerId="ADAL" clId="{1AA501D7-C329-475C-AD82-01BFA4C95493}" dt="2026-02-18T12:44:26.734" v="210" actId="478"/>
          <ac:cxnSpMkLst>
            <pc:docMk/>
            <pc:sldMk cId="3221873106" sldId="256"/>
            <ac:cxnSpMk id="111" creationId="{4EB6CEFD-7383-4800-8DB4-89A0E07EF5E2}"/>
          </ac:cxnSpMkLst>
        </pc:cxnChg>
        <pc:cxnChg chg="add mod">
          <ac:chgData name="Liberti Fabio" userId="ef726a5d-13e2-428c-9f01-791252c36c9c" providerId="ADAL" clId="{1AA501D7-C329-475C-AD82-01BFA4C95493}" dt="2026-02-18T12:25:43.613" v="31" actId="692"/>
          <ac:cxnSpMkLst>
            <pc:docMk/>
            <pc:sldMk cId="3221873106" sldId="256"/>
            <ac:cxnSpMk id="112" creationId="{891B0F46-2A78-4222-A508-D3A21247B0FF}"/>
          </ac:cxnSpMkLst>
        </pc:cxnChg>
        <pc:cxnChg chg="add mod">
          <ac:chgData name="Liberti Fabio" userId="ef726a5d-13e2-428c-9f01-791252c36c9c" providerId="ADAL" clId="{1AA501D7-C329-475C-AD82-01BFA4C95493}" dt="2026-02-18T12:25:49.396" v="32" actId="692"/>
          <ac:cxnSpMkLst>
            <pc:docMk/>
            <pc:sldMk cId="3221873106" sldId="256"/>
            <ac:cxnSpMk id="113" creationId="{11BA878C-A038-41AF-AC83-B9C5301859ED}"/>
          </ac:cxnSpMkLst>
        </pc:cxnChg>
        <pc:cxnChg chg="add del mod">
          <ac:chgData name="Liberti Fabio" userId="ef726a5d-13e2-428c-9f01-791252c36c9c" providerId="ADAL" clId="{1AA501D7-C329-475C-AD82-01BFA4C95493}" dt="2026-02-18T12:25:09.697" v="28" actId="478"/>
          <ac:cxnSpMkLst>
            <pc:docMk/>
            <pc:sldMk cId="3221873106" sldId="256"/>
            <ac:cxnSpMk id="114" creationId="{B3B558CF-E14E-4DF7-BCE5-DFC5FDCBD8A4}"/>
          </ac:cxnSpMkLst>
        </pc:cxnChg>
        <pc:cxnChg chg="add mod">
          <ac:chgData name="Liberti Fabio" userId="ef726a5d-13e2-428c-9f01-791252c36c9c" providerId="ADAL" clId="{1AA501D7-C329-475C-AD82-01BFA4C95493}" dt="2026-02-18T12:25:59.033" v="34" actId="692"/>
          <ac:cxnSpMkLst>
            <pc:docMk/>
            <pc:sldMk cId="3221873106" sldId="256"/>
            <ac:cxnSpMk id="118" creationId="{0F256CD7-BCB8-49F6-8A4D-1E7386E81220}"/>
          </ac:cxnSpMkLst>
        </pc:cxnChg>
        <pc:cxnChg chg="add mod">
          <ac:chgData name="Liberti Fabio" userId="ef726a5d-13e2-428c-9f01-791252c36c9c" providerId="ADAL" clId="{1AA501D7-C329-475C-AD82-01BFA4C95493}" dt="2026-02-18T12:26:27.245" v="40" actId="14100"/>
          <ac:cxnSpMkLst>
            <pc:docMk/>
            <pc:sldMk cId="3221873106" sldId="256"/>
            <ac:cxnSpMk id="120" creationId="{F29CDCAA-48C4-42F5-8A18-58CDAE39B784}"/>
          </ac:cxnSpMkLst>
        </pc:cxnChg>
        <pc:cxnChg chg="add mod">
          <ac:chgData name="Liberti Fabio" userId="ef726a5d-13e2-428c-9f01-791252c36c9c" providerId="ADAL" clId="{1AA501D7-C329-475C-AD82-01BFA4C95493}" dt="2026-02-18T12:26:51.310" v="45" actId="14100"/>
          <ac:cxnSpMkLst>
            <pc:docMk/>
            <pc:sldMk cId="3221873106" sldId="256"/>
            <ac:cxnSpMk id="126" creationId="{14A9F662-FC4F-41AC-8ECD-2884454A6875}"/>
          </ac:cxnSpMkLst>
        </pc:cxnChg>
        <pc:cxnChg chg="add mod">
          <ac:chgData name="Liberti Fabio" userId="ef726a5d-13e2-428c-9f01-791252c36c9c" providerId="ADAL" clId="{1AA501D7-C329-475C-AD82-01BFA4C95493}" dt="2026-02-18T12:27:15.589" v="49" actId="14100"/>
          <ac:cxnSpMkLst>
            <pc:docMk/>
            <pc:sldMk cId="3221873106" sldId="256"/>
            <ac:cxnSpMk id="131" creationId="{A37A28D1-B8C7-4672-A9D4-3282FD93F18D}"/>
          </ac:cxnSpMkLst>
        </pc:cxnChg>
        <pc:cxnChg chg="add del mod">
          <ac:chgData name="Liberti Fabio" userId="ef726a5d-13e2-428c-9f01-791252c36c9c" providerId="ADAL" clId="{1AA501D7-C329-475C-AD82-01BFA4C95493}" dt="2026-02-18T12:45:36.792" v="215" actId="478"/>
          <ac:cxnSpMkLst>
            <pc:docMk/>
            <pc:sldMk cId="3221873106" sldId="256"/>
            <ac:cxnSpMk id="136" creationId="{71A5D433-4D2F-4084-B9EB-81C94E814B50}"/>
          </ac:cxnSpMkLst>
        </pc:cxnChg>
        <pc:cxnChg chg="add del mod">
          <ac:chgData name="Liberti Fabio" userId="ef726a5d-13e2-428c-9f01-791252c36c9c" providerId="ADAL" clId="{1AA501D7-C329-475C-AD82-01BFA4C95493}" dt="2026-02-18T12:43:33.288" v="202" actId="478"/>
          <ac:cxnSpMkLst>
            <pc:docMk/>
            <pc:sldMk cId="3221873106" sldId="256"/>
            <ac:cxnSpMk id="147" creationId="{983266D6-981A-4CC9-844B-E7BBD15A94EA}"/>
          </ac:cxnSpMkLst>
        </pc:cxnChg>
        <pc:cxnChg chg="add del mod">
          <ac:chgData name="Liberti Fabio" userId="ef726a5d-13e2-428c-9f01-791252c36c9c" providerId="ADAL" clId="{1AA501D7-C329-475C-AD82-01BFA4C95493}" dt="2026-02-18T12:41:45.143" v="171" actId="478"/>
          <ac:cxnSpMkLst>
            <pc:docMk/>
            <pc:sldMk cId="3221873106" sldId="256"/>
            <ac:cxnSpMk id="157" creationId="{607141F5-85D5-4DAF-A96B-3B612627920F}"/>
          </ac:cxnSpMkLst>
        </pc:cxnChg>
        <pc:cxnChg chg="add mod">
          <ac:chgData name="Liberti Fabio" userId="ef726a5d-13e2-428c-9f01-791252c36c9c" providerId="ADAL" clId="{1AA501D7-C329-475C-AD82-01BFA4C95493}" dt="2026-02-18T12:44:50.146" v="211" actId="692"/>
          <ac:cxnSpMkLst>
            <pc:docMk/>
            <pc:sldMk cId="3221873106" sldId="256"/>
            <ac:cxnSpMk id="165" creationId="{9A799398-47B6-41FA-AD1A-F62F89355028}"/>
          </ac:cxnSpMkLst>
        </pc:cxnChg>
        <pc:cxnChg chg="add mod">
          <ac:chgData name="Liberti Fabio" userId="ef726a5d-13e2-428c-9f01-791252c36c9c" providerId="ADAL" clId="{1AA501D7-C329-475C-AD82-01BFA4C95493}" dt="2026-02-18T12:45:02.507" v="212" actId="692"/>
          <ac:cxnSpMkLst>
            <pc:docMk/>
            <pc:sldMk cId="3221873106" sldId="256"/>
            <ac:cxnSpMk id="166" creationId="{D36BF70D-22ED-481B-8DE6-9A7E018FA650}"/>
          </ac:cxnSpMkLst>
        </pc:cxnChg>
        <pc:cxnChg chg="add mod">
          <ac:chgData name="Liberti Fabio" userId="ef726a5d-13e2-428c-9f01-791252c36c9c" providerId="ADAL" clId="{1AA501D7-C329-475C-AD82-01BFA4C95493}" dt="2026-02-18T12:45:59.990" v="297" actId="692"/>
          <ac:cxnSpMkLst>
            <pc:docMk/>
            <pc:sldMk cId="3221873106" sldId="256"/>
            <ac:cxnSpMk id="173" creationId="{C9D7715F-CF39-498A-BE91-9D84516A9CA6}"/>
          </ac:cxnSpMkLst>
        </pc:cxnChg>
      </pc:sldChg>
      <pc:sldChg chg="del">
        <pc:chgData name="Liberti Fabio" userId="ef726a5d-13e2-428c-9f01-791252c36c9c" providerId="ADAL" clId="{1AA501D7-C329-475C-AD82-01BFA4C95493}" dt="2026-02-18T12:16:35.450" v="0" actId="2696"/>
        <pc:sldMkLst>
          <pc:docMk/>
          <pc:sldMk cId="930304951" sldId="258"/>
        </pc:sldMkLst>
      </pc:sldChg>
      <pc:sldChg chg="add">
        <pc:chgData name="Liberti Fabio" userId="ef726a5d-13e2-428c-9f01-791252c36c9c" providerId="ADAL" clId="{1AA501D7-C329-475C-AD82-01BFA4C95493}" dt="2026-02-18T12:23:33.290" v="15"/>
        <pc:sldMkLst>
          <pc:docMk/>
          <pc:sldMk cId="26106615" sldId="2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E961DC-3480-4C43-86EF-1FB9F8C7E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44A7E5E-AAE0-4EC9-B08E-A2EE9BC081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45A64C4-A942-4562-B992-6BC4AC30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DB7D2D-AC8E-41AA-89AD-68C62A9D1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189B83-960F-4B71-A3C4-E6EC3EAEB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6384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5E7EE9-0BB3-4509-84EF-73F9FCD3A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2B8385F-32B2-4B86-9D0D-52DE4D9D8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B95E9A-18BC-417E-B2F3-7DB60CD20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6346E14-9F4F-48B1-B83B-14AD256C7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5FCD0CE-60D1-4B38-8203-8B537DB7F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646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1AD40E-50D4-4C1C-B90D-0897AF9A2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6353DD4-A02C-4026-ABED-8E6AB5DA9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87D65FC-1358-4729-A621-662385D6C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55BC338-3094-4E36-9853-28EB99D17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BDAC27-FAC6-44FB-939C-945FD72FF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6547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76BADD-15A4-461A-9C66-EDED169E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9EBB8E-3195-4E23-BABE-850DB010A2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3927EBD-D1FF-4F2D-B4DB-4946C9B19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A353A01-CDB3-43C9-8998-B85DB2409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4D4B51C-089A-4D6D-93DC-E6CC8E393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3ADE83D-3D22-4670-8525-D513F3330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436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F379C9-443A-4A7D-AB74-87DCEB82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7327583-57FB-420D-A020-D96C03613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A5DE789-A483-4998-A369-5EAA34E88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2DF1949-B8E2-4D5C-8530-7205F8B58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162B96F-AB02-4F1D-AB8B-56F50BA4FB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971739A-843C-41FE-9ADA-85ECD80B6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3BCEFBE-A20D-41A1-952A-F671473C0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D334859-B0B9-4D81-89CB-DE84B2A7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1892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1ACE7B-096E-4140-8320-DFE1BC45D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320497F-7432-4E04-926A-A8B728E8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2DB696-9655-41E2-BEE4-2A0EF3132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CCE1430-4F22-4E6E-BE81-356CF2A68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74102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2F950A0-E965-49FD-98A9-7C98E32D6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451EB95-77DF-4A98-8D17-9F300EF02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20BC1BA-797A-4627-857F-6F0985CAB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8072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B45EC0-10C4-433A-962E-74D331CB0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D83150-D1AD-499E-B419-2499C09F5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AEB179A-DB92-4D26-8839-3610F4921F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F0B69CC-44CF-4D16-B37E-B1006E12C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1AB78C5-9F7B-43B9-9F17-F8AE9CFC5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336409C-F88D-429C-AAB0-B6AF5301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587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A52C0C-CB50-4716-BE52-762E7F4E7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07496D9-04DC-423D-BBED-4FC60733F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630C406-C05C-4F90-B5C5-849195364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2B25B02-9D39-41D7-B742-72DABDFE4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FE6932A-55DA-4B76-B326-11213AE61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45A24D3-A8F3-4499-91D7-97F5774E2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3766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CE3D88-19A5-4860-8ACD-F83E715E6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078C8C2-03CF-4976-B493-6FA6046B5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F457B2C-1793-4C87-94C6-CBFA05A51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4E3ED3-5443-4430-BCB4-973C9B639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55CDF41-7183-43FE-A50C-5E362BD3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4874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7E6B007F-DD40-4881-BDE1-5FDCC79BA0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EBC2095-5DFA-4132-908D-1664A772E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35A85D-BA56-4C73-927D-8473E2413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7A8929-4957-4389-996D-4B90FD94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092F90-B711-4843-8E3F-7E720C96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6903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8E80539-6588-42F3-ADC9-8BF603897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D672047-67A7-4867-A4E2-7B65BA59B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CDB1C7F-241C-4BE3-B152-B91823D6D1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B30FA-B3CA-4CA6-A20C-896A9B57D513}" type="datetimeFigureOut">
              <a:rPr lang="it-IT" smtClean="0"/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7DBFF9-9203-4124-A996-E1994362C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D15DA6C-3F1E-4482-991D-445BA4BED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DE505-7D44-402F-8835-636694E2448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6092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a 4">
            <a:extLst>
              <a:ext uri="{FF2B5EF4-FFF2-40B4-BE49-F238E27FC236}">
                <a16:creationId xmlns:a16="http://schemas.microsoft.com/office/drawing/2014/main" id="{C35CED0E-E9E0-41D0-A599-90C3CD9019D2}"/>
              </a:ext>
            </a:extLst>
          </p:cNvPr>
          <p:cNvSpPr/>
          <p:nvPr/>
        </p:nvSpPr>
        <p:spPr>
          <a:xfrm>
            <a:off x="2505635" y="571708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FE449AC-B8D3-4983-9F3D-B30837F23E97}"/>
              </a:ext>
            </a:extLst>
          </p:cNvPr>
          <p:cNvSpPr/>
          <p:nvPr/>
        </p:nvSpPr>
        <p:spPr>
          <a:xfrm>
            <a:off x="2505634" y="3344452"/>
            <a:ext cx="9473931" cy="1048215"/>
          </a:xfrm>
          <a:prstGeom prst="parallelogram">
            <a:avLst>
              <a:gd name="adj" fmla="val 1856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E6958006-4E1E-4161-B05F-B125F2BC8BF2}"/>
              </a:ext>
            </a:extLst>
          </p:cNvPr>
          <p:cNvSpPr/>
          <p:nvPr/>
        </p:nvSpPr>
        <p:spPr>
          <a:xfrm>
            <a:off x="2505636" y="945528"/>
            <a:ext cx="9473932" cy="1048215"/>
          </a:xfrm>
          <a:prstGeom prst="parallelogram">
            <a:avLst>
              <a:gd name="adj" fmla="val 18035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AFF9E-4D43-4A71-83FA-49A5BCCD8CF4}"/>
              </a:ext>
            </a:extLst>
          </p:cNvPr>
          <p:cNvSpPr txBox="1"/>
          <p:nvPr/>
        </p:nvSpPr>
        <p:spPr>
          <a:xfrm>
            <a:off x="43593" y="31131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Layer1: </a:t>
            </a:r>
            <a:r>
              <a:rPr lang="it-IT" dirty="0" err="1"/>
              <a:t>Governance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F7E429-A711-4F18-A300-5888F0FCA6AA}"/>
              </a:ext>
            </a:extLst>
          </p:cNvPr>
          <p:cNvSpPr txBox="1"/>
          <p:nvPr/>
        </p:nvSpPr>
        <p:spPr>
          <a:xfrm>
            <a:off x="47889" y="244666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Layer2: FL </a:t>
            </a:r>
            <a:r>
              <a:rPr lang="it-IT" dirty="0" err="1"/>
              <a:t>Orchestration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BD0ED2-C943-4801-9F97-472A03F4894A}"/>
              </a:ext>
            </a:extLst>
          </p:cNvPr>
          <p:cNvSpPr txBox="1"/>
          <p:nvPr/>
        </p:nvSpPr>
        <p:spPr>
          <a:xfrm>
            <a:off x="57144" y="4476274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Layer3: Data Holders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5273463-8269-4900-866F-4A6BAD9CB2E9}"/>
              </a:ext>
            </a:extLst>
          </p:cNvPr>
          <p:cNvSpPr/>
          <p:nvPr/>
        </p:nvSpPr>
        <p:spPr>
          <a:xfrm>
            <a:off x="2505635" y="2033733"/>
            <a:ext cx="9473930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226FB5-093E-4533-80B8-01E8B894DDD0}"/>
              </a:ext>
            </a:extLst>
          </p:cNvPr>
          <p:cNvSpPr txBox="1"/>
          <p:nvPr/>
        </p:nvSpPr>
        <p:spPr>
          <a:xfrm>
            <a:off x="2505635" y="2033733"/>
            <a:ext cx="947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DATA PERMIT AUTHORIZATION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B02277C-7A04-4519-B7CE-AB4E1587F884}"/>
              </a:ext>
            </a:extLst>
          </p:cNvPr>
          <p:cNvSpPr/>
          <p:nvPr/>
        </p:nvSpPr>
        <p:spPr>
          <a:xfrm>
            <a:off x="2858094" y="47625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1CBF9E3-AADD-40DF-9767-893C51242283}"/>
              </a:ext>
            </a:extLst>
          </p:cNvPr>
          <p:cNvSpPr/>
          <p:nvPr/>
        </p:nvSpPr>
        <p:spPr>
          <a:xfrm>
            <a:off x="2962869" y="1571625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National </a:t>
            </a:r>
            <a:r>
              <a:rPr lang="it-IT" sz="1000" dirty="0" err="1">
                <a:solidFill>
                  <a:schemeClr val="tx1"/>
                </a:solidFill>
              </a:rPr>
              <a:t>Priv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D149AB0-EF2D-4FAD-A219-072AB1E9C856}"/>
              </a:ext>
            </a:extLst>
          </p:cNvPr>
          <p:cNvSpPr/>
          <p:nvPr/>
        </p:nvSpPr>
        <p:spPr>
          <a:xfrm>
            <a:off x="2962869" y="12493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Store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80416C0-5CCB-4864-A002-546A63C07168}"/>
              </a:ext>
            </a:extLst>
          </p:cNvPr>
          <p:cNvSpPr/>
          <p:nvPr/>
        </p:nvSpPr>
        <p:spPr>
          <a:xfrm>
            <a:off x="2962869" y="9255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HDAB </a:t>
            </a:r>
            <a:r>
              <a:rPr lang="it-IT" sz="1000" dirty="0" err="1">
                <a:solidFill>
                  <a:schemeClr val="tx1"/>
                </a:solidFill>
              </a:rPr>
              <a:t>Strictness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Lv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A83CF59-4A70-4313-B11F-DAC93CD9DFE2}"/>
              </a:ext>
            </a:extLst>
          </p:cNvPr>
          <p:cNvSpPr/>
          <p:nvPr/>
        </p:nvSpPr>
        <p:spPr>
          <a:xfrm>
            <a:off x="2962869" y="6016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Bearer</a:t>
            </a:r>
            <a:r>
              <a:rPr lang="it-IT" sz="1000" dirty="0">
                <a:solidFill>
                  <a:schemeClr val="tx1"/>
                </a:solidFill>
              </a:rPr>
              <a:t> Token </a:t>
            </a:r>
            <a:r>
              <a:rPr lang="it-IT" sz="1000" dirty="0" err="1">
                <a:solidFill>
                  <a:schemeClr val="tx1"/>
                </a:solidFill>
              </a:rPr>
              <a:t>Manag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E680BD4-E525-41B5-B8A2-49FE97A5B1BB}"/>
              </a:ext>
            </a:extLst>
          </p:cNvPr>
          <p:cNvSpPr/>
          <p:nvPr/>
        </p:nvSpPr>
        <p:spPr>
          <a:xfrm>
            <a:off x="2962869" y="2778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OAuth2 / </a:t>
            </a:r>
            <a:r>
              <a:rPr lang="it-IT" sz="1000" dirty="0" err="1">
                <a:solidFill>
                  <a:schemeClr val="tx1"/>
                </a:solidFill>
              </a:rPr>
              <a:t>mTLS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Auth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14FF126-E8E8-4553-9267-0FE13B40CC33}"/>
              </a:ext>
            </a:extLst>
          </p:cNvPr>
          <p:cNvSpPr txBox="1"/>
          <p:nvPr/>
        </p:nvSpPr>
        <p:spPr>
          <a:xfrm>
            <a:off x="2867619" y="2962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HDAB Integration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E58CE7F-EF52-4787-A7A8-1F05500DBAC0}"/>
              </a:ext>
            </a:extLst>
          </p:cNvPr>
          <p:cNvSpPr/>
          <p:nvPr/>
        </p:nvSpPr>
        <p:spPr>
          <a:xfrm>
            <a:off x="5079442" y="52246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68CD3C6-AEC4-4A18-9C8D-A0C7C95642B2}"/>
              </a:ext>
            </a:extLst>
          </p:cNvPr>
          <p:cNvSpPr/>
          <p:nvPr/>
        </p:nvSpPr>
        <p:spPr>
          <a:xfrm>
            <a:off x="5184217" y="1261428"/>
            <a:ext cx="1866900" cy="640948"/>
          </a:xfrm>
          <a:prstGeom prst="roundRect">
            <a:avLst>
              <a:gd name="adj" fmla="val 946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Expiry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Verification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----- </a:t>
            </a:r>
          </a:p>
          <a:p>
            <a:pPr algn="ctr"/>
            <a:r>
              <a:rPr lang="it-IT" sz="1000" dirty="0" err="1">
                <a:solidFill>
                  <a:schemeClr val="tx1"/>
                </a:solidFill>
              </a:rPr>
              <a:t>Strict</a:t>
            </a:r>
            <a:r>
              <a:rPr lang="it-IT" sz="1000" dirty="0">
                <a:solidFill>
                  <a:schemeClr val="tx1"/>
                </a:solidFill>
              </a:rPr>
              <a:t> Mode </a:t>
            </a:r>
            <a:r>
              <a:rPr lang="it-IT" sz="1000" dirty="0" err="1">
                <a:solidFill>
                  <a:schemeClr val="tx1"/>
                </a:solidFill>
              </a:rPr>
              <a:t>Enforcem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5C27DF95-1B77-41EC-AADA-E23D69874228}"/>
              </a:ext>
            </a:extLst>
          </p:cNvPr>
          <p:cNvSpPr/>
          <p:nvPr/>
        </p:nvSpPr>
        <p:spPr>
          <a:xfrm>
            <a:off x="5184217" y="93936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</a:t>
            </a:r>
            <a:r>
              <a:rPr lang="it-IT" sz="1000" dirty="0" err="1">
                <a:solidFill>
                  <a:schemeClr val="tx1"/>
                </a:solidFill>
              </a:rPr>
              <a:t>Categories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5FA7EF59-21D4-4455-BF15-93FE83F4213E}"/>
              </a:ext>
            </a:extLst>
          </p:cNvPr>
          <p:cNvSpPr/>
          <p:nvPr/>
        </p:nvSpPr>
        <p:spPr>
          <a:xfrm>
            <a:off x="5184217" y="615506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Validation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3316AB53-23E5-4F7C-BE71-99B0A6D2D368}"/>
              </a:ext>
            </a:extLst>
          </p:cNvPr>
          <p:cNvSpPr/>
          <p:nvPr/>
        </p:nvSpPr>
        <p:spPr>
          <a:xfrm>
            <a:off x="5184217" y="291656"/>
            <a:ext cx="1866900" cy="319232"/>
          </a:xfrm>
          <a:prstGeom prst="roundRect">
            <a:avLst>
              <a:gd name="adj" fmla="val 96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Lifecycle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9B38D6B-82C9-42D2-AEC9-BC9511897A9A}"/>
              </a:ext>
            </a:extLst>
          </p:cNvPr>
          <p:cNvSpPr txBox="1"/>
          <p:nvPr/>
        </p:nvSpPr>
        <p:spPr>
          <a:xfrm>
            <a:off x="5050576" y="7583"/>
            <a:ext cx="2430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Data </a:t>
            </a:r>
            <a:r>
              <a:rPr lang="it-IT" sz="1000" b="1" dirty="0" err="1"/>
              <a:t>Permit</a:t>
            </a:r>
            <a:r>
              <a:rPr lang="it-IT" sz="1000" b="1" dirty="0"/>
              <a:t> </a:t>
            </a:r>
            <a:r>
              <a:rPr lang="it-IT" sz="1000" b="1" dirty="0" err="1"/>
              <a:t>Manag</a:t>
            </a:r>
            <a:r>
              <a:rPr lang="it-IT" sz="1000" b="1" dirty="0"/>
              <a:t>. (art.56)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2D13F15-E85C-4F61-92C7-0451E3954DFD}"/>
              </a:ext>
            </a:extLst>
          </p:cNvPr>
          <p:cNvSpPr/>
          <p:nvPr/>
        </p:nvSpPr>
        <p:spPr>
          <a:xfrm>
            <a:off x="7351596" y="52244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4A611D1-7932-49C3-BED9-181191308227}"/>
              </a:ext>
            </a:extLst>
          </p:cNvPr>
          <p:cNvSpPr/>
          <p:nvPr/>
        </p:nvSpPr>
        <p:spPr>
          <a:xfrm>
            <a:off x="7456371" y="1576244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Pre</a:t>
            </a:r>
            <a:r>
              <a:rPr lang="it-IT" sz="1000" dirty="0">
                <a:solidFill>
                  <a:schemeClr val="tx1"/>
                </a:solidFill>
              </a:rPr>
              <a:t>-Training Filter 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4D828A09-D365-4377-A077-97434635C626}"/>
              </a:ext>
            </a:extLst>
          </p:cNvPr>
          <p:cNvSpPr/>
          <p:nvPr/>
        </p:nvSpPr>
        <p:spPr>
          <a:xfrm>
            <a:off x="7456371" y="12539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5684609-C1BC-4165-9AEB-1FD1FF2CAEB7}"/>
              </a:ext>
            </a:extLst>
          </p:cNvPr>
          <p:cNvSpPr/>
          <p:nvPr/>
        </p:nvSpPr>
        <p:spPr>
          <a:xfrm>
            <a:off x="7456371" y="9301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Interval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E37E627F-0AFC-40FE-B91B-18530AC34D1D}"/>
              </a:ext>
            </a:extLst>
          </p:cNvPr>
          <p:cNvSpPr/>
          <p:nvPr/>
        </p:nvSpPr>
        <p:spPr>
          <a:xfrm>
            <a:off x="7456371" y="6062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LRU Cache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8900710-7065-4030-8133-3770BC2AA2EB}"/>
              </a:ext>
            </a:extLst>
          </p:cNvPr>
          <p:cNvSpPr/>
          <p:nvPr/>
        </p:nvSpPr>
        <p:spPr>
          <a:xfrm>
            <a:off x="7456371" y="2824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Granularity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9F6E994-0693-47A9-BC1A-AAECB802040F}"/>
              </a:ext>
            </a:extLst>
          </p:cNvPr>
          <p:cNvSpPr txBox="1"/>
          <p:nvPr/>
        </p:nvSpPr>
        <p:spPr>
          <a:xfrm>
            <a:off x="7363144" y="7581"/>
            <a:ext cx="2042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Opt</a:t>
            </a:r>
            <a:r>
              <a:rPr lang="it-IT" sz="1000" b="1" dirty="0"/>
              <a:t>-Out </a:t>
            </a:r>
            <a:r>
              <a:rPr lang="it-IT" sz="1000" b="1" dirty="0" err="1"/>
              <a:t>Registry</a:t>
            </a:r>
            <a:r>
              <a:rPr lang="it-IT" sz="1000" b="1" dirty="0"/>
              <a:t> (art.71)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32BECC5-D205-456F-B0A9-518DB8BB85CD}"/>
              </a:ext>
            </a:extLst>
          </p:cNvPr>
          <p:cNvSpPr/>
          <p:nvPr/>
        </p:nvSpPr>
        <p:spPr>
          <a:xfrm>
            <a:off x="9526755" y="56863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DBDC714D-4765-40B3-A77B-A0ABB24354EA}"/>
              </a:ext>
            </a:extLst>
          </p:cNvPr>
          <p:cNvSpPr/>
          <p:nvPr/>
        </p:nvSpPr>
        <p:spPr>
          <a:xfrm>
            <a:off x="9631530" y="1580863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Network </a:t>
            </a:r>
            <a:r>
              <a:rPr lang="it-IT" sz="1000" dirty="0" err="1">
                <a:solidFill>
                  <a:schemeClr val="tx1"/>
                </a:solidFill>
              </a:rPr>
              <a:t>Latency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Sim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F81E82CC-DBD1-4B13-8FFC-20EC6D618D0E}"/>
              </a:ext>
            </a:extLst>
          </p:cNvPr>
          <p:cNvSpPr/>
          <p:nvPr/>
        </p:nvSpPr>
        <p:spPr>
          <a:xfrm>
            <a:off x="9631530" y="12585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Free Model (art. 42)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FCE6685-69ED-4E0D-B3C3-A9917E1E2FE7}"/>
              </a:ext>
            </a:extLst>
          </p:cNvPr>
          <p:cNvSpPr/>
          <p:nvPr/>
        </p:nvSpPr>
        <p:spPr>
          <a:xfrm>
            <a:off x="9631530" y="9347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Per-Country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F5C816D4-D020-4347-9DE5-A0088C6A539A}"/>
              </a:ext>
            </a:extLst>
          </p:cNvPr>
          <p:cNvSpPr/>
          <p:nvPr/>
        </p:nvSpPr>
        <p:spPr>
          <a:xfrm>
            <a:off x="9631530" y="6108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EU Country </a:t>
            </a:r>
            <a:r>
              <a:rPr lang="it-IT" sz="1000" dirty="0" err="1">
                <a:solidFill>
                  <a:schemeClr val="tx1"/>
                </a:solidFill>
              </a:rPr>
              <a:t>Profiles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6177E41A-7BDB-4477-ABD7-3B5CE8807BA7}"/>
              </a:ext>
            </a:extLst>
          </p:cNvPr>
          <p:cNvSpPr/>
          <p:nvPr/>
        </p:nvSpPr>
        <p:spPr>
          <a:xfrm>
            <a:off x="9631530" y="2870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Muti-HDAB </a:t>
            </a:r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Prot.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9B77A6E-7A48-4F28-80BB-2227D5C8A0EC}"/>
              </a:ext>
            </a:extLst>
          </p:cNvPr>
          <p:cNvSpPr txBox="1"/>
          <p:nvPr/>
        </p:nvSpPr>
        <p:spPr>
          <a:xfrm>
            <a:off x="9524717" y="12200"/>
            <a:ext cx="2066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Cross-Border </a:t>
            </a:r>
            <a:r>
              <a:rPr lang="it-IT" sz="1000" b="1" dirty="0" err="1"/>
              <a:t>Coord</a:t>
            </a:r>
            <a:r>
              <a:rPr lang="it-IT" sz="1000" b="1" dirty="0"/>
              <a:t>.  (art.46,50)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41B82149-5CE8-4535-B79A-B7AD5B10C8CF}"/>
              </a:ext>
            </a:extLst>
          </p:cNvPr>
          <p:cNvSpPr/>
          <p:nvPr/>
        </p:nvSpPr>
        <p:spPr>
          <a:xfrm>
            <a:off x="2858093" y="2474954"/>
            <a:ext cx="1634400" cy="186037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9F70224-39E7-4B7E-BC87-CAE50AAFC613}"/>
              </a:ext>
            </a:extLst>
          </p:cNvPr>
          <p:cNvSpPr txBox="1"/>
          <p:nvPr/>
        </p:nvSpPr>
        <p:spPr>
          <a:xfrm>
            <a:off x="2867618" y="2486448"/>
            <a:ext cx="1624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Aggregation</a:t>
            </a:r>
            <a:r>
              <a:rPr lang="it-IT" sz="1000" b="1" dirty="0"/>
              <a:t> Engine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14CB32C4-55B6-4E4A-BAC1-93FD838C7FAA}"/>
              </a:ext>
            </a:extLst>
          </p:cNvPr>
          <p:cNvSpPr/>
          <p:nvPr/>
        </p:nvSpPr>
        <p:spPr>
          <a:xfrm>
            <a:off x="10182231" y="2492660"/>
            <a:ext cx="1631078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5AD04AD-2F68-4544-A0DB-18098C769148}"/>
              </a:ext>
            </a:extLst>
          </p:cNvPr>
          <p:cNvSpPr/>
          <p:nvPr/>
        </p:nvSpPr>
        <p:spPr>
          <a:xfrm>
            <a:off x="8380031" y="2492660"/>
            <a:ext cx="1624934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9FFAC4B6-5D24-459E-BF5C-E13B9DE1F8BE}"/>
              </a:ext>
            </a:extLst>
          </p:cNvPr>
          <p:cNvSpPr/>
          <p:nvPr/>
        </p:nvSpPr>
        <p:spPr>
          <a:xfrm>
            <a:off x="6408127" y="2474953"/>
            <a:ext cx="1749483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3F8CFE0-7491-4269-B12E-221B5D715804}"/>
              </a:ext>
            </a:extLst>
          </p:cNvPr>
          <p:cNvSpPr/>
          <p:nvPr/>
        </p:nvSpPr>
        <p:spPr>
          <a:xfrm>
            <a:off x="4701016" y="2492660"/>
            <a:ext cx="1513153" cy="1860369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74784FCD-0ED3-4F6E-A393-3D4D2BBEDF59}"/>
              </a:ext>
            </a:extLst>
          </p:cNvPr>
          <p:cNvSpPr/>
          <p:nvPr/>
        </p:nvSpPr>
        <p:spPr>
          <a:xfrm>
            <a:off x="2858094" y="2776621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FL </a:t>
            </a:r>
            <a:r>
              <a:rPr lang="it-IT" sz="1000" dirty="0" err="1">
                <a:solidFill>
                  <a:schemeClr val="tx1"/>
                </a:solidFill>
              </a:rPr>
              <a:t>Alghoritms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C4255CB2-145C-4081-8AFF-FB0D3EC0DB0F}"/>
              </a:ext>
            </a:extLst>
          </p:cNvPr>
          <p:cNvSpPr/>
          <p:nvPr/>
        </p:nvSpPr>
        <p:spPr>
          <a:xfrm>
            <a:off x="2842453" y="3747780"/>
            <a:ext cx="165004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Model </a:t>
            </a:r>
            <a:r>
              <a:rPr lang="it-IT" sz="1000" dirty="0" err="1">
                <a:solidFill>
                  <a:schemeClr val="tx1"/>
                </a:solidFill>
              </a:rPr>
              <a:t>ChaeckPoint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108FBB26-AB83-40F4-BB20-74D55FF7E341}"/>
              </a:ext>
            </a:extLst>
          </p:cNvPr>
          <p:cNvSpPr/>
          <p:nvPr/>
        </p:nvSpPr>
        <p:spPr>
          <a:xfrm>
            <a:off x="2858092" y="342393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Early </a:t>
            </a:r>
            <a:r>
              <a:rPr lang="it-IT" sz="1000" dirty="0" err="1">
                <a:solidFill>
                  <a:schemeClr val="tx1"/>
                </a:solidFill>
              </a:rPr>
              <a:t>Stopping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44F2C9B-8FD1-4B57-85C0-0C748C7468A7}"/>
              </a:ext>
            </a:extLst>
          </p:cNvPr>
          <p:cNvSpPr/>
          <p:nvPr/>
        </p:nvSpPr>
        <p:spPr>
          <a:xfrm>
            <a:off x="2858094" y="310008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Client </a:t>
            </a:r>
            <a:r>
              <a:rPr lang="it-IT" sz="1000" dirty="0" err="1">
                <a:solidFill>
                  <a:schemeClr val="tx1"/>
                </a:solidFill>
              </a:rPr>
              <a:t>Selection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B3236BE0-D7FB-4B15-9917-42BB76CC02BE}"/>
              </a:ext>
            </a:extLst>
          </p:cNvPr>
          <p:cNvSpPr/>
          <p:nvPr/>
        </p:nvSpPr>
        <p:spPr>
          <a:xfrm>
            <a:off x="4699967" y="2772009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DP-SGD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84E51EF-FD8F-4203-8172-0838E27D0057}"/>
              </a:ext>
            </a:extLst>
          </p:cNvPr>
          <p:cNvSpPr/>
          <p:nvPr/>
        </p:nvSpPr>
        <p:spPr>
          <a:xfrm>
            <a:off x="4699967" y="3419318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Byzantine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Resilience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B7BB5571-50D3-4906-B5F2-8FD2AE538647}"/>
              </a:ext>
            </a:extLst>
          </p:cNvPr>
          <p:cNvSpPr/>
          <p:nvPr/>
        </p:nvSpPr>
        <p:spPr>
          <a:xfrm>
            <a:off x="4699966" y="3095468"/>
            <a:ext cx="150547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Aggregation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E11936DD-415A-4943-8DBF-18BC05A4FBE9}"/>
              </a:ext>
            </a:extLst>
          </p:cNvPr>
          <p:cNvSpPr txBox="1"/>
          <p:nvPr/>
        </p:nvSpPr>
        <p:spPr>
          <a:xfrm>
            <a:off x="4732102" y="2500336"/>
            <a:ext cx="1474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Privacy Protection </a:t>
            </a:r>
            <a:r>
              <a:rPr lang="it-IT" sz="1000" b="1" dirty="0" err="1"/>
              <a:t>Mod</a:t>
            </a:r>
            <a:r>
              <a:rPr lang="it-IT" sz="1000" b="1" dirty="0"/>
              <a:t>.</a:t>
            </a: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C1BFA26A-C4F9-4564-B7A6-8AA61E906E6C}"/>
              </a:ext>
            </a:extLst>
          </p:cNvPr>
          <p:cNvSpPr/>
          <p:nvPr/>
        </p:nvSpPr>
        <p:spPr>
          <a:xfrm>
            <a:off x="3328081" y="4486702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916046F-CC1E-4148-BB1F-64EF0748475A}"/>
              </a:ext>
            </a:extLst>
          </p:cNvPr>
          <p:cNvSpPr/>
          <p:nvPr/>
        </p:nvSpPr>
        <p:spPr>
          <a:xfrm>
            <a:off x="3328079" y="4770773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B9A91527-94F3-47B8-ADB1-41925B1FEE8A}"/>
              </a:ext>
            </a:extLst>
          </p:cNvPr>
          <p:cNvSpPr txBox="1"/>
          <p:nvPr/>
        </p:nvSpPr>
        <p:spPr>
          <a:xfrm>
            <a:off x="3332695" y="4501087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A (Member)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1B7AF030-3773-4AAB-B3EF-5625A178BCFB}"/>
              </a:ext>
            </a:extLst>
          </p:cNvPr>
          <p:cNvSpPr/>
          <p:nvPr/>
        </p:nvSpPr>
        <p:spPr>
          <a:xfrm>
            <a:off x="3328078" y="509847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AB946362-116C-4037-A8EF-7027DA39E64C}"/>
              </a:ext>
            </a:extLst>
          </p:cNvPr>
          <p:cNvSpPr/>
          <p:nvPr/>
        </p:nvSpPr>
        <p:spPr>
          <a:xfrm>
            <a:off x="3328077" y="5421403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2AE2666A-844D-4713-BF66-81E1F070CCFB}"/>
              </a:ext>
            </a:extLst>
          </p:cNvPr>
          <p:cNvSpPr/>
          <p:nvPr/>
        </p:nvSpPr>
        <p:spPr>
          <a:xfrm>
            <a:off x="3328077" y="574653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F9BEFF9E-ACBB-42E0-8E2F-AADBE8DA2684}"/>
              </a:ext>
            </a:extLst>
          </p:cNvPr>
          <p:cNvSpPr/>
          <p:nvPr/>
        </p:nvSpPr>
        <p:spPr>
          <a:xfrm>
            <a:off x="3328076" y="607167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69" name="Rettangolo con angoli arrotondati 68">
            <a:extLst>
              <a:ext uri="{FF2B5EF4-FFF2-40B4-BE49-F238E27FC236}">
                <a16:creationId xmlns:a16="http://schemas.microsoft.com/office/drawing/2014/main" id="{F1E618A6-D8A7-4006-9602-4688C80A5614}"/>
              </a:ext>
            </a:extLst>
          </p:cNvPr>
          <p:cNvSpPr/>
          <p:nvPr/>
        </p:nvSpPr>
        <p:spPr>
          <a:xfrm>
            <a:off x="3332695" y="6399566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0" name="Rettangolo con angoli arrotondati 69">
            <a:extLst>
              <a:ext uri="{FF2B5EF4-FFF2-40B4-BE49-F238E27FC236}">
                <a16:creationId xmlns:a16="http://schemas.microsoft.com/office/drawing/2014/main" id="{2D34C3CF-B838-40BD-A521-B34AA9BC1E22}"/>
              </a:ext>
            </a:extLst>
          </p:cNvPr>
          <p:cNvSpPr/>
          <p:nvPr/>
        </p:nvSpPr>
        <p:spPr>
          <a:xfrm>
            <a:off x="6297577" y="4500558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1" name="Rettangolo con angoli arrotondati 70">
            <a:extLst>
              <a:ext uri="{FF2B5EF4-FFF2-40B4-BE49-F238E27FC236}">
                <a16:creationId xmlns:a16="http://schemas.microsoft.com/office/drawing/2014/main" id="{B046A04B-E543-4CC0-86CF-E92816A55E27}"/>
              </a:ext>
            </a:extLst>
          </p:cNvPr>
          <p:cNvSpPr/>
          <p:nvPr/>
        </p:nvSpPr>
        <p:spPr>
          <a:xfrm>
            <a:off x="6297575" y="478462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1826005-2636-40CC-9A75-0F12D584CD7E}"/>
              </a:ext>
            </a:extLst>
          </p:cNvPr>
          <p:cNvSpPr txBox="1"/>
          <p:nvPr/>
        </p:nvSpPr>
        <p:spPr>
          <a:xfrm>
            <a:off x="6302192" y="4506240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B (Member)</a:t>
            </a:r>
          </a:p>
        </p:txBody>
      </p:sp>
      <p:sp>
        <p:nvSpPr>
          <p:cNvPr id="73" name="Rettangolo con angoli arrotondati 72">
            <a:extLst>
              <a:ext uri="{FF2B5EF4-FFF2-40B4-BE49-F238E27FC236}">
                <a16:creationId xmlns:a16="http://schemas.microsoft.com/office/drawing/2014/main" id="{1BC78E67-9AAE-4014-825B-8F6DC33A699B}"/>
              </a:ext>
            </a:extLst>
          </p:cNvPr>
          <p:cNvSpPr/>
          <p:nvPr/>
        </p:nvSpPr>
        <p:spPr>
          <a:xfrm>
            <a:off x="6297574" y="5112331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74" name="Rettangolo con angoli arrotondati 73">
            <a:extLst>
              <a:ext uri="{FF2B5EF4-FFF2-40B4-BE49-F238E27FC236}">
                <a16:creationId xmlns:a16="http://schemas.microsoft.com/office/drawing/2014/main" id="{7306AB3B-7B0B-4D48-94F0-D044F785CF28}"/>
              </a:ext>
            </a:extLst>
          </p:cNvPr>
          <p:cNvSpPr/>
          <p:nvPr/>
        </p:nvSpPr>
        <p:spPr>
          <a:xfrm>
            <a:off x="6297573" y="543525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75" name="Rettangolo con angoli arrotondati 74">
            <a:extLst>
              <a:ext uri="{FF2B5EF4-FFF2-40B4-BE49-F238E27FC236}">
                <a16:creationId xmlns:a16="http://schemas.microsoft.com/office/drawing/2014/main" id="{FDBF882B-B684-4EE3-8ED0-A2143F4FDDC1}"/>
              </a:ext>
            </a:extLst>
          </p:cNvPr>
          <p:cNvSpPr/>
          <p:nvPr/>
        </p:nvSpPr>
        <p:spPr>
          <a:xfrm>
            <a:off x="6297573" y="576039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76" name="Rettangolo con angoli arrotondati 75">
            <a:extLst>
              <a:ext uri="{FF2B5EF4-FFF2-40B4-BE49-F238E27FC236}">
                <a16:creationId xmlns:a16="http://schemas.microsoft.com/office/drawing/2014/main" id="{F35EF129-4EAA-4D5A-B658-910A1C59027C}"/>
              </a:ext>
            </a:extLst>
          </p:cNvPr>
          <p:cNvSpPr/>
          <p:nvPr/>
        </p:nvSpPr>
        <p:spPr>
          <a:xfrm>
            <a:off x="6297572" y="6085531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77" name="Rettangolo con angoli arrotondati 76">
            <a:extLst>
              <a:ext uri="{FF2B5EF4-FFF2-40B4-BE49-F238E27FC236}">
                <a16:creationId xmlns:a16="http://schemas.microsoft.com/office/drawing/2014/main" id="{F48DCB79-6341-4D8A-AB62-E6C38B6DA95E}"/>
              </a:ext>
            </a:extLst>
          </p:cNvPr>
          <p:cNvSpPr/>
          <p:nvPr/>
        </p:nvSpPr>
        <p:spPr>
          <a:xfrm>
            <a:off x="6302191" y="6413422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D68D43DE-9CB7-4D99-AD22-0E9DF06E6120}"/>
              </a:ext>
            </a:extLst>
          </p:cNvPr>
          <p:cNvSpPr/>
          <p:nvPr/>
        </p:nvSpPr>
        <p:spPr>
          <a:xfrm>
            <a:off x="9257836" y="4505175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9" name="Rettangolo con angoli arrotondati 78">
            <a:extLst>
              <a:ext uri="{FF2B5EF4-FFF2-40B4-BE49-F238E27FC236}">
                <a16:creationId xmlns:a16="http://schemas.microsoft.com/office/drawing/2014/main" id="{5C010454-620D-4603-A22F-951F71C3C0FE}"/>
              </a:ext>
            </a:extLst>
          </p:cNvPr>
          <p:cNvSpPr/>
          <p:nvPr/>
        </p:nvSpPr>
        <p:spPr>
          <a:xfrm>
            <a:off x="9257835" y="4789246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8195945E-8C47-446B-AD0A-02661B45CB12}"/>
              </a:ext>
            </a:extLst>
          </p:cNvPr>
          <p:cNvSpPr txBox="1"/>
          <p:nvPr/>
        </p:nvSpPr>
        <p:spPr>
          <a:xfrm>
            <a:off x="9257835" y="4519560"/>
            <a:ext cx="2333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… (Member)</a:t>
            </a:r>
          </a:p>
        </p:txBody>
      </p:sp>
      <p:sp>
        <p:nvSpPr>
          <p:cNvPr id="81" name="Rettangolo con angoli arrotondati 80">
            <a:extLst>
              <a:ext uri="{FF2B5EF4-FFF2-40B4-BE49-F238E27FC236}">
                <a16:creationId xmlns:a16="http://schemas.microsoft.com/office/drawing/2014/main" id="{50801C13-B3D1-496D-B9B0-2171E1EB7A82}"/>
              </a:ext>
            </a:extLst>
          </p:cNvPr>
          <p:cNvSpPr/>
          <p:nvPr/>
        </p:nvSpPr>
        <p:spPr>
          <a:xfrm>
            <a:off x="9257833" y="5116948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82" name="Rettangolo con angoli arrotondati 81">
            <a:extLst>
              <a:ext uri="{FF2B5EF4-FFF2-40B4-BE49-F238E27FC236}">
                <a16:creationId xmlns:a16="http://schemas.microsoft.com/office/drawing/2014/main" id="{28A5A49A-1E0D-4590-B5C6-027AAF2E4FEF}"/>
              </a:ext>
            </a:extLst>
          </p:cNvPr>
          <p:cNvSpPr/>
          <p:nvPr/>
        </p:nvSpPr>
        <p:spPr>
          <a:xfrm>
            <a:off x="9257832" y="5439876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83" name="Rettangolo con angoli arrotondati 82">
            <a:extLst>
              <a:ext uri="{FF2B5EF4-FFF2-40B4-BE49-F238E27FC236}">
                <a16:creationId xmlns:a16="http://schemas.microsoft.com/office/drawing/2014/main" id="{B7C41F97-EF3D-4D99-ADFB-3E90752D8DF4}"/>
              </a:ext>
            </a:extLst>
          </p:cNvPr>
          <p:cNvSpPr/>
          <p:nvPr/>
        </p:nvSpPr>
        <p:spPr>
          <a:xfrm>
            <a:off x="9257832" y="5765012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84" name="Rettangolo con angoli arrotondati 83">
            <a:extLst>
              <a:ext uri="{FF2B5EF4-FFF2-40B4-BE49-F238E27FC236}">
                <a16:creationId xmlns:a16="http://schemas.microsoft.com/office/drawing/2014/main" id="{3A5C6BD7-2966-4C14-8853-06B8A88E3326}"/>
              </a:ext>
            </a:extLst>
          </p:cNvPr>
          <p:cNvSpPr/>
          <p:nvPr/>
        </p:nvSpPr>
        <p:spPr>
          <a:xfrm>
            <a:off x="9257831" y="6090148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85" name="Rettangolo con angoli arrotondati 84">
            <a:extLst>
              <a:ext uri="{FF2B5EF4-FFF2-40B4-BE49-F238E27FC236}">
                <a16:creationId xmlns:a16="http://schemas.microsoft.com/office/drawing/2014/main" id="{53D460E6-12B6-4F31-97B5-35B75FA096FB}"/>
              </a:ext>
            </a:extLst>
          </p:cNvPr>
          <p:cNvSpPr/>
          <p:nvPr/>
        </p:nvSpPr>
        <p:spPr>
          <a:xfrm>
            <a:off x="9262450" y="6418039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86" name="Rettangolo con angoli arrotondati 85">
            <a:extLst>
              <a:ext uri="{FF2B5EF4-FFF2-40B4-BE49-F238E27FC236}">
                <a16:creationId xmlns:a16="http://schemas.microsoft.com/office/drawing/2014/main" id="{A2E66E56-D6AC-4A08-8856-E12B6C0C2452}"/>
              </a:ext>
            </a:extLst>
          </p:cNvPr>
          <p:cNvSpPr/>
          <p:nvPr/>
        </p:nvSpPr>
        <p:spPr>
          <a:xfrm>
            <a:off x="36945" y="7581"/>
            <a:ext cx="12118112" cy="2422677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Rettangolo con angoli arrotondati 86">
            <a:extLst>
              <a:ext uri="{FF2B5EF4-FFF2-40B4-BE49-F238E27FC236}">
                <a16:creationId xmlns:a16="http://schemas.microsoft.com/office/drawing/2014/main" id="{6C1F027C-E87C-4E9C-83E5-95B640F5906E}"/>
              </a:ext>
            </a:extLst>
          </p:cNvPr>
          <p:cNvSpPr/>
          <p:nvPr/>
        </p:nvSpPr>
        <p:spPr>
          <a:xfrm>
            <a:off x="35376" y="2456680"/>
            <a:ext cx="12118112" cy="1991707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0C23B115-B1D6-4BA6-859E-FF146EFB9F4A}"/>
              </a:ext>
            </a:extLst>
          </p:cNvPr>
          <p:cNvSpPr/>
          <p:nvPr/>
        </p:nvSpPr>
        <p:spPr>
          <a:xfrm>
            <a:off x="35376" y="4466660"/>
            <a:ext cx="12118112" cy="2374001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172A0620-096B-4B27-BBDC-70013515B42F}"/>
              </a:ext>
            </a:extLst>
          </p:cNvPr>
          <p:cNvSpPr txBox="1"/>
          <p:nvPr/>
        </p:nvSpPr>
        <p:spPr>
          <a:xfrm>
            <a:off x="6429173" y="2485701"/>
            <a:ext cx="1728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Compliance</a:t>
            </a:r>
            <a:r>
              <a:rPr lang="it-IT" sz="1000" b="1" dirty="0"/>
              <a:t> </a:t>
            </a:r>
            <a:r>
              <a:rPr lang="it-IT" sz="1000" b="1" dirty="0" err="1"/>
              <a:t>Module</a:t>
            </a:r>
            <a:endParaRPr lang="it-IT" sz="1000" b="1" dirty="0"/>
          </a:p>
        </p:txBody>
      </p:sp>
      <p:sp>
        <p:nvSpPr>
          <p:cNvPr id="90" name="Rettangolo con angoli arrotondati 89">
            <a:extLst>
              <a:ext uri="{FF2B5EF4-FFF2-40B4-BE49-F238E27FC236}">
                <a16:creationId xmlns:a16="http://schemas.microsoft.com/office/drawing/2014/main" id="{806070B2-252B-4C79-84E8-18DC1F41EB61}"/>
              </a:ext>
            </a:extLst>
          </p:cNvPr>
          <p:cNvSpPr/>
          <p:nvPr/>
        </p:nvSpPr>
        <p:spPr>
          <a:xfrm>
            <a:off x="6419646" y="2750458"/>
            <a:ext cx="173796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GDPR Audit </a:t>
            </a:r>
            <a:r>
              <a:rPr lang="it-IT" sz="1000" dirty="0" err="1">
                <a:solidFill>
                  <a:schemeClr val="tx1"/>
                </a:solidFill>
              </a:rPr>
              <a:t>Logging</a:t>
            </a:r>
            <a:r>
              <a:rPr lang="it-IT" sz="1000" dirty="0">
                <a:solidFill>
                  <a:schemeClr val="tx1"/>
                </a:solidFill>
              </a:rPr>
              <a:t> (art.30)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4E5E0B54-08DE-449F-B6B6-B7C6C9B2D1CF}"/>
              </a:ext>
            </a:extLst>
          </p:cNvPr>
          <p:cNvSpPr/>
          <p:nvPr/>
        </p:nvSpPr>
        <p:spPr>
          <a:xfrm>
            <a:off x="6419645" y="3406476"/>
            <a:ext cx="1731428" cy="3183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Opt</a:t>
            </a:r>
            <a:r>
              <a:rPr lang="it-IT" sz="1000" dirty="0">
                <a:solidFill>
                  <a:schemeClr val="tx1"/>
                </a:solidFill>
              </a:rPr>
              <a:t>-Out Enforcement</a:t>
            </a:r>
          </a:p>
        </p:txBody>
      </p:sp>
      <p:sp>
        <p:nvSpPr>
          <p:cNvPr id="92" name="Rettangolo con angoli arrotondati 91">
            <a:extLst>
              <a:ext uri="{FF2B5EF4-FFF2-40B4-BE49-F238E27FC236}">
                <a16:creationId xmlns:a16="http://schemas.microsoft.com/office/drawing/2014/main" id="{226E78CA-3178-4827-BA02-7A44E92F6B31}"/>
              </a:ext>
            </a:extLst>
          </p:cNvPr>
          <p:cNvSpPr/>
          <p:nvPr/>
        </p:nvSpPr>
        <p:spPr>
          <a:xfrm>
            <a:off x="6419646" y="3073917"/>
            <a:ext cx="174028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Limitation</a:t>
            </a:r>
            <a:r>
              <a:rPr lang="it-IT" sz="1000" dirty="0">
                <a:solidFill>
                  <a:schemeClr val="tx1"/>
                </a:solidFill>
              </a:rPr>
              <a:t> check (art.53)</a:t>
            </a: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442F271E-6FF7-438C-8021-F2468B9CD316}"/>
              </a:ext>
            </a:extLst>
          </p:cNvPr>
          <p:cNvSpPr/>
          <p:nvPr/>
        </p:nvSpPr>
        <p:spPr>
          <a:xfrm>
            <a:off x="6428812" y="3734422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Anonymous </a:t>
            </a:r>
            <a:r>
              <a:rPr lang="it-IT" sz="1000" dirty="0" err="1">
                <a:solidFill>
                  <a:schemeClr val="tx1"/>
                </a:solidFill>
              </a:rPr>
              <a:t>Assessment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4" name="Rettangolo con angoli arrotondati 93">
            <a:extLst>
              <a:ext uri="{FF2B5EF4-FFF2-40B4-BE49-F238E27FC236}">
                <a16:creationId xmlns:a16="http://schemas.microsoft.com/office/drawing/2014/main" id="{8389B184-D254-4048-870D-4FA999F160BC}"/>
              </a:ext>
            </a:extLst>
          </p:cNvPr>
          <p:cNvSpPr/>
          <p:nvPr/>
        </p:nvSpPr>
        <p:spPr>
          <a:xfrm>
            <a:off x="6420080" y="4037129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EHDS </a:t>
            </a:r>
            <a:r>
              <a:rPr lang="it-IT" sz="1000" dirty="0" err="1">
                <a:solidFill>
                  <a:schemeClr val="tx1"/>
                </a:solidFill>
              </a:rPr>
              <a:t>Compliance</a:t>
            </a:r>
            <a:r>
              <a:rPr lang="it-IT" sz="1000" dirty="0">
                <a:solidFill>
                  <a:schemeClr val="tx1"/>
                </a:solidFill>
              </a:rPr>
              <a:t> Report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B730E1D3-AE50-4BBE-932A-EFA3051127A8}"/>
              </a:ext>
            </a:extLst>
          </p:cNvPr>
          <p:cNvSpPr txBox="1"/>
          <p:nvPr/>
        </p:nvSpPr>
        <p:spPr>
          <a:xfrm>
            <a:off x="8378982" y="2500206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Communication </a:t>
            </a:r>
            <a:r>
              <a:rPr lang="it-IT" sz="1000" b="1" dirty="0" err="1"/>
              <a:t>Infrastr</a:t>
            </a:r>
            <a:r>
              <a:rPr lang="it-IT" sz="1000" b="1" dirty="0"/>
              <a:t>.</a:t>
            </a:r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00414476-BB01-4ED2-ABDF-48CF11327E54}"/>
              </a:ext>
            </a:extLst>
          </p:cNvPr>
          <p:cNvSpPr/>
          <p:nvPr/>
        </p:nvSpPr>
        <p:spPr>
          <a:xfrm>
            <a:off x="8378982" y="3411624"/>
            <a:ext cx="162598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E681858E-81EF-458A-BE94-8D03782AE214}"/>
              </a:ext>
            </a:extLst>
          </p:cNvPr>
          <p:cNvSpPr/>
          <p:nvPr/>
        </p:nvSpPr>
        <p:spPr>
          <a:xfrm>
            <a:off x="8385113" y="3748279"/>
            <a:ext cx="162751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Chunking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63D8450F-A6DB-428C-BA13-B64F9521798C}"/>
              </a:ext>
            </a:extLst>
          </p:cNvPr>
          <p:cNvSpPr/>
          <p:nvPr/>
        </p:nvSpPr>
        <p:spPr>
          <a:xfrm>
            <a:off x="8379009" y="4058638"/>
            <a:ext cx="164234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Security | </a:t>
            </a:r>
            <a:r>
              <a:rPr lang="it-IT" sz="1000" dirty="0" err="1">
                <a:solidFill>
                  <a:schemeClr val="tx1"/>
                </a:solidFill>
              </a:rPr>
              <a:t>Retry</a:t>
            </a:r>
            <a:r>
              <a:rPr lang="it-IT" sz="1000" dirty="0">
                <a:solidFill>
                  <a:schemeClr val="tx1"/>
                </a:solidFill>
              </a:rPr>
              <a:t> | </a:t>
            </a:r>
            <a:r>
              <a:rPr lang="it-IT" sz="1000" dirty="0" err="1">
                <a:solidFill>
                  <a:schemeClr val="tx1"/>
                </a:solidFill>
              </a:rPr>
              <a:t>Mess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Type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2" name="Rettangolo con angoli arrotondati 101">
            <a:extLst>
              <a:ext uri="{FF2B5EF4-FFF2-40B4-BE49-F238E27FC236}">
                <a16:creationId xmlns:a16="http://schemas.microsoft.com/office/drawing/2014/main" id="{3F273040-A2A8-4E0F-9B3A-2F2340284BAD}"/>
              </a:ext>
            </a:extLst>
          </p:cNvPr>
          <p:cNvSpPr/>
          <p:nvPr/>
        </p:nvSpPr>
        <p:spPr>
          <a:xfrm>
            <a:off x="8378982" y="2751220"/>
            <a:ext cx="162493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gRPC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Bidirectional</a:t>
            </a:r>
            <a:r>
              <a:rPr lang="it-IT" sz="1000" dirty="0">
                <a:solidFill>
                  <a:schemeClr val="tx1"/>
                </a:solidFill>
              </a:rPr>
              <a:t> Streaming</a:t>
            </a: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0E6C2C96-3DCF-405A-966F-8CFA817096AF}"/>
              </a:ext>
            </a:extLst>
          </p:cNvPr>
          <p:cNvSpPr/>
          <p:nvPr/>
        </p:nvSpPr>
        <p:spPr>
          <a:xfrm>
            <a:off x="8378982" y="3083208"/>
            <a:ext cx="162493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WebSocket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9631C340-5700-4431-A3A1-E5365841994C}"/>
              </a:ext>
            </a:extLst>
          </p:cNvPr>
          <p:cNvSpPr txBox="1"/>
          <p:nvPr/>
        </p:nvSpPr>
        <p:spPr>
          <a:xfrm>
            <a:off x="10181182" y="2495547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Monitoring &amp; </a:t>
            </a:r>
            <a:r>
              <a:rPr lang="it-IT" sz="1000" b="1" dirty="0" err="1"/>
              <a:t>Metrics</a:t>
            </a:r>
            <a:endParaRPr lang="it-IT" sz="1000" b="1" dirty="0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21C55244-E9AA-488C-B731-FC7660F23F71}"/>
              </a:ext>
            </a:extLst>
          </p:cNvPr>
          <p:cNvSpPr/>
          <p:nvPr/>
        </p:nvSpPr>
        <p:spPr>
          <a:xfrm>
            <a:off x="10181182" y="3425484"/>
            <a:ext cx="163107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Privacy Budget</a:t>
            </a:r>
          </a:p>
        </p:txBody>
      </p:sp>
      <p:sp>
        <p:nvSpPr>
          <p:cNvPr id="106" name="Rettangolo con angoli arrotondati 105">
            <a:extLst>
              <a:ext uri="{FF2B5EF4-FFF2-40B4-BE49-F238E27FC236}">
                <a16:creationId xmlns:a16="http://schemas.microsoft.com/office/drawing/2014/main" id="{BB241E2C-7B28-48EE-9983-F51384E28132}"/>
              </a:ext>
            </a:extLst>
          </p:cNvPr>
          <p:cNvSpPr/>
          <p:nvPr/>
        </p:nvSpPr>
        <p:spPr>
          <a:xfrm>
            <a:off x="10178888" y="3762139"/>
            <a:ext cx="163442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Participation Tracking</a:t>
            </a:r>
          </a:p>
        </p:txBody>
      </p:sp>
      <p:sp>
        <p:nvSpPr>
          <p:cNvPr id="107" name="Rettangolo con angoli arrotondati 106">
            <a:extLst>
              <a:ext uri="{FF2B5EF4-FFF2-40B4-BE49-F238E27FC236}">
                <a16:creationId xmlns:a16="http://schemas.microsoft.com/office/drawing/2014/main" id="{67796391-B885-4240-A2D5-9050B1959F5D}"/>
              </a:ext>
            </a:extLst>
          </p:cNvPr>
          <p:cNvSpPr/>
          <p:nvPr/>
        </p:nvSpPr>
        <p:spPr>
          <a:xfrm>
            <a:off x="10181514" y="4072498"/>
            <a:ext cx="163179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Resource </a:t>
            </a:r>
            <a:r>
              <a:rPr lang="it-IT" sz="1000" dirty="0" err="1">
                <a:solidFill>
                  <a:schemeClr val="tx1"/>
                </a:solidFill>
              </a:rPr>
              <a:t>Utiliz</a:t>
            </a:r>
            <a:r>
              <a:rPr lang="it-IT" sz="1000" dirty="0">
                <a:solidFill>
                  <a:schemeClr val="tx1"/>
                </a:solidFill>
              </a:rPr>
              <a:t>. | </a:t>
            </a:r>
            <a:r>
              <a:rPr lang="it-IT" sz="1000" dirty="0" err="1">
                <a:solidFill>
                  <a:schemeClr val="tx1"/>
                </a:solidFill>
              </a:rPr>
              <a:t>Structlog</a:t>
            </a:r>
            <a:r>
              <a:rPr lang="it-IT" sz="1000" dirty="0">
                <a:solidFill>
                  <a:schemeClr val="tx1"/>
                </a:solidFill>
              </a:rPr>
              <a:t> ! </a:t>
            </a:r>
            <a:r>
              <a:rPr lang="it-IT" sz="1000" dirty="0" err="1">
                <a:solidFill>
                  <a:schemeClr val="tx1"/>
                </a:solidFill>
              </a:rPr>
              <a:t>Streamlit</a:t>
            </a:r>
            <a:r>
              <a:rPr lang="it-IT" sz="1000" dirty="0">
                <a:solidFill>
                  <a:schemeClr val="tx1"/>
                </a:solidFill>
              </a:rPr>
              <a:t> Dashboard</a:t>
            </a:r>
          </a:p>
        </p:txBody>
      </p:sp>
      <p:sp>
        <p:nvSpPr>
          <p:cNvPr id="108" name="Rettangolo con angoli arrotondati 107">
            <a:extLst>
              <a:ext uri="{FF2B5EF4-FFF2-40B4-BE49-F238E27FC236}">
                <a16:creationId xmlns:a16="http://schemas.microsoft.com/office/drawing/2014/main" id="{4C731B6B-C7A9-4B35-AF73-EDF2327E6674}"/>
              </a:ext>
            </a:extLst>
          </p:cNvPr>
          <p:cNvSpPr/>
          <p:nvPr/>
        </p:nvSpPr>
        <p:spPr>
          <a:xfrm>
            <a:off x="10185802" y="2755844"/>
            <a:ext cx="162645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Training </a:t>
            </a:r>
            <a:r>
              <a:rPr lang="it-IT" sz="1000" dirty="0" err="1">
                <a:solidFill>
                  <a:schemeClr val="tx1"/>
                </a:solidFill>
              </a:rPr>
              <a:t>Convergence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57CB57E2-2287-4223-9794-7FA8A9767898}"/>
              </a:ext>
            </a:extLst>
          </p:cNvPr>
          <p:cNvSpPr/>
          <p:nvPr/>
        </p:nvSpPr>
        <p:spPr>
          <a:xfrm>
            <a:off x="10185799" y="3088359"/>
            <a:ext cx="162646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Communication Cost</a:t>
            </a:r>
          </a:p>
        </p:txBody>
      </p:sp>
      <p:cxnSp>
        <p:nvCxnSpPr>
          <p:cNvPr id="112" name="Connettore 2 111">
            <a:extLst>
              <a:ext uri="{FF2B5EF4-FFF2-40B4-BE49-F238E27FC236}">
                <a16:creationId xmlns:a16="http://schemas.microsoft.com/office/drawing/2014/main" id="{891B0F46-2A78-4222-A508-D3A21247B0FF}"/>
              </a:ext>
            </a:extLst>
          </p:cNvPr>
          <p:cNvCxnSpPr/>
          <p:nvPr/>
        </p:nvCxnSpPr>
        <p:spPr>
          <a:xfrm>
            <a:off x="4517086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ttore 2 112">
            <a:extLst>
              <a:ext uri="{FF2B5EF4-FFF2-40B4-BE49-F238E27FC236}">
                <a16:creationId xmlns:a16="http://schemas.microsoft.com/office/drawing/2014/main" id="{11BA878C-A038-41AF-AC83-B9C5301859ED}"/>
              </a:ext>
            </a:extLst>
          </p:cNvPr>
          <p:cNvCxnSpPr/>
          <p:nvPr/>
        </p:nvCxnSpPr>
        <p:spPr>
          <a:xfrm>
            <a:off x="6225247" y="2643051"/>
            <a:ext cx="182880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ttore a gomito 117">
            <a:extLst>
              <a:ext uri="{FF2B5EF4-FFF2-40B4-BE49-F238E27FC236}">
                <a16:creationId xmlns:a16="http://schemas.microsoft.com/office/drawing/2014/main" id="{0F256CD7-BCB8-49F6-8A4D-1E7386E81220}"/>
              </a:ext>
            </a:extLst>
          </p:cNvPr>
          <p:cNvCxnSpPr>
            <a:stCxn id="95" idx="0"/>
            <a:endCxn id="43" idx="0"/>
          </p:cNvCxnSpPr>
          <p:nvPr/>
        </p:nvCxnSpPr>
        <p:spPr>
          <a:xfrm rot="16200000" flipV="1">
            <a:off x="6430851" y="-264347"/>
            <a:ext cx="13758" cy="5515348"/>
          </a:xfrm>
          <a:prstGeom prst="bentConnector3">
            <a:avLst>
              <a:gd name="adj1" fmla="val 1381792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ttore a gomito 119">
            <a:extLst>
              <a:ext uri="{FF2B5EF4-FFF2-40B4-BE49-F238E27FC236}">
                <a16:creationId xmlns:a16="http://schemas.microsoft.com/office/drawing/2014/main" id="{F29CDCAA-48C4-42F5-8A18-58CDAE39B784}"/>
              </a:ext>
            </a:extLst>
          </p:cNvPr>
          <p:cNvCxnSpPr>
            <a:cxnSpLocks/>
            <a:stCxn id="95" idx="0"/>
            <a:endCxn id="59" idx="0"/>
          </p:cNvCxnSpPr>
          <p:nvPr/>
        </p:nvCxnSpPr>
        <p:spPr>
          <a:xfrm rot="16200000" flipH="1" flipV="1">
            <a:off x="7332285" y="637216"/>
            <a:ext cx="130" cy="3726109"/>
          </a:xfrm>
          <a:prstGeom prst="bentConnector3">
            <a:avLst>
              <a:gd name="adj1" fmla="val -14905076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ttore a gomito 125">
            <a:extLst>
              <a:ext uri="{FF2B5EF4-FFF2-40B4-BE49-F238E27FC236}">
                <a16:creationId xmlns:a16="http://schemas.microsoft.com/office/drawing/2014/main" id="{14A9F662-FC4F-41AC-8ECD-2884454A6875}"/>
              </a:ext>
            </a:extLst>
          </p:cNvPr>
          <p:cNvCxnSpPr>
            <a:cxnSpLocks/>
            <a:stCxn id="95" idx="0"/>
            <a:endCxn id="89" idx="0"/>
          </p:cNvCxnSpPr>
          <p:nvPr/>
        </p:nvCxnSpPr>
        <p:spPr>
          <a:xfrm rot="16200000" flipV="1">
            <a:off x="8237147" y="1541948"/>
            <a:ext cx="14505" cy="1902011"/>
          </a:xfrm>
          <a:prstGeom prst="bentConnector3">
            <a:avLst>
              <a:gd name="adj1" fmla="val 1255739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ttore a gomito 130">
            <a:extLst>
              <a:ext uri="{FF2B5EF4-FFF2-40B4-BE49-F238E27FC236}">
                <a16:creationId xmlns:a16="http://schemas.microsoft.com/office/drawing/2014/main" id="{A37A28D1-B8C7-4672-A9D4-3282FD93F18D}"/>
              </a:ext>
            </a:extLst>
          </p:cNvPr>
          <p:cNvCxnSpPr>
            <a:cxnSpLocks/>
            <a:stCxn id="95" idx="0"/>
            <a:endCxn id="44" idx="0"/>
          </p:cNvCxnSpPr>
          <p:nvPr/>
        </p:nvCxnSpPr>
        <p:spPr>
          <a:xfrm rot="5400000" flipH="1" flipV="1">
            <a:off x="10092814" y="1595250"/>
            <a:ext cx="7546" cy="1802366"/>
          </a:xfrm>
          <a:prstGeom prst="bentConnector3">
            <a:avLst>
              <a:gd name="adj1" fmla="val 2552385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CasellaDiTesto 154">
            <a:extLst>
              <a:ext uri="{FF2B5EF4-FFF2-40B4-BE49-F238E27FC236}">
                <a16:creationId xmlns:a16="http://schemas.microsoft.com/office/drawing/2014/main" id="{B683BB2B-4985-4350-9127-E0EE804C3424}"/>
              </a:ext>
            </a:extLst>
          </p:cNvPr>
          <p:cNvSpPr txBox="1"/>
          <p:nvPr/>
        </p:nvSpPr>
        <p:spPr>
          <a:xfrm>
            <a:off x="1158239" y="6051871"/>
            <a:ext cx="1543387" cy="40011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/>
              <a:t>Global Model Distribution </a:t>
            </a:r>
          </a:p>
          <a:p>
            <a:pPr algn="ctr"/>
            <a:r>
              <a:rPr lang="it-IT" sz="1000" i="1" dirty="0"/>
              <a:t>(</a:t>
            </a:r>
            <a:r>
              <a:rPr lang="it-IT" sz="1000" i="1" dirty="0" err="1"/>
              <a:t>encrypted</a:t>
            </a:r>
            <a:r>
              <a:rPr lang="it-IT" sz="1000" i="1" dirty="0"/>
              <a:t>, TLS)</a:t>
            </a:r>
          </a:p>
        </p:txBody>
      </p:sp>
      <p:sp>
        <p:nvSpPr>
          <p:cNvPr id="156" name="CasellaDiTesto 155">
            <a:extLst>
              <a:ext uri="{FF2B5EF4-FFF2-40B4-BE49-F238E27FC236}">
                <a16:creationId xmlns:a16="http://schemas.microsoft.com/office/drawing/2014/main" id="{949B9363-505A-4A78-8EDE-B015C6DCDC35}"/>
              </a:ext>
            </a:extLst>
          </p:cNvPr>
          <p:cNvSpPr txBox="1"/>
          <p:nvPr/>
        </p:nvSpPr>
        <p:spPr>
          <a:xfrm>
            <a:off x="1158239" y="4888264"/>
            <a:ext cx="1543384" cy="400110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it-IT" sz="1000" i="1" dirty="0" err="1"/>
              <a:t>Gradient</a:t>
            </a:r>
            <a:r>
              <a:rPr lang="it-IT" sz="1000" i="1" dirty="0"/>
              <a:t> upload - </a:t>
            </a:r>
            <a:r>
              <a:rPr lang="it-IT" sz="1000" i="1" dirty="0" err="1"/>
              <a:t>Masked</a:t>
            </a:r>
            <a:r>
              <a:rPr lang="it-IT" sz="1000" i="1" dirty="0"/>
              <a:t> </a:t>
            </a:r>
            <a:r>
              <a:rPr lang="it-IT" sz="1000" i="1" dirty="0" err="1"/>
              <a:t>Gradients</a:t>
            </a:r>
            <a:r>
              <a:rPr lang="it-IT" sz="1000" i="1" dirty="0"/>
              <a:t> (</a:t>
            </a:r>
            <a:r>
              <a:rPr lang="it-IT" sz="1000" i="1" dirty="0" err="1"/>
              <a:t>gRPC</a:t>
            </a:r>
            <a:r>
              <a:rPr lang="it-IT" sz="1000" i="1" dirty="0"/>
              <a:t>)</a:t>
            </a:r>
          </a:p>
        </p:txBody>
      </p:sp>
      <p:cxnSp>
        <p:nvCxnSpPr>
          <p:cNvPr id="165" name="Connettore 2 164">
            <a:extLst>
              <a:ext uri="{FF2B5EF4-FFF2-40B4-BE49-F238E27FC236}">
                <a16:creationId xmlns:a16="http://schemas.microsoft.com/office/drawing/2014/main" id="{9A799398-47B6-41FA-AD1A-F62F89355028}"/>
              </a:ext>
            </a:extLst>
          </p:cNvPr>
          <p:cNvCxnSpPr/>
          <p:nvPr/>
        </p:nvCxnSpPr>
        <p:spPr>
          <a:xfrm flipV="1">
            <a:off x="2962869" y="4388397"/>
            <a:ext cx="0" cy="2169119"/>
          </a:xfrm>
          <a:prstGeom prst="straightConnector1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ttore 2 165">
            <a:extLst>
              <a:ext uri="{FF2B5EF4-FFF2-40B4-BE49-F238E27FC236}">
                <a16:creationId xmlns:a16="http://schemas.microsoft.com/office/drawing/2014/main" id="{D36BF70D-22ED-481B-8DE6-9A7E018FA650}"/>
              </a:ext>
            </a:extLst>
          </p:cNvPr>
          <p:cNvCxnSpPr>
            <a:cxnSpLocks/>
          </p:cNvCxnSpPr>
          <p:nvPr/>
        </p:nvCxnSpPr>
        <p:spPr>
          <a:xfrm>
            <a:off x="2807617" y="4408901"/>
            <a:ext cx="0" cy="2148615"/>
          </a:xfrm>
          <a:prstGeom prst="straightConnector1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Connettore 2 172">
            <a:extLst>
              <a:ext uri="{FF2B5EF4-FFF2-40B4-BE49-F238E27FC236}">
                <a16:creationId xmlns:a16="http://schemas.microsoft.com/office/drawing/2014/main" id="{C9D7715F-CF39-498A-BE91-9D84516A9CA6}"/>
              </a:ext>
            </a:extLst>
          </p:cNvPr>
          <p:cNvCxnSpPr>
            <a:cxnSpLocks/>
          </p:cNvCxnSpPr>
          <p:nvPr/>
        </p:nvCxnSpPr>
        <p:spPr>
          <a:xfrm flipH="1">
            <a:off x="2590794" y="2418985"/>
            <a:ext cx="12173" cy="1916339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873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a 4">
            <a:extLst>
              <a:ext uri="{FF2B5EF4-FFF2-40B4-BE49-F238E27FC236}">
                <a16:creationId xmlns:a16="http://schemas.microsoft.com/office/drawing/2014/main" id="{C35CED0E-E9E0-41D0-A599-90C3CD9019D2}"/>
              </a:ext>
            </a:extLst>
          </p:cNvPr>
          <p:cNvSpPr/>
          <p:nvPr/>
        </p:nvSpPr>
        <p:spPr>
          <a:xfrm>
            <a:off x="2505635" y="571708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FE449AC-B8D3-4983-9F3D-B30837F23E97}"/>
              </a:ext>
            </a:extLst>
          </p:cNvPr>
          <p:cNvSpPr/>
          <p:nvPr/>
        </p:nvSpPr>
        <p:spPr>
          <a:xfrm>
            <a:off x="2505635" y="334445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E6958006-4E1E-4161-B05F-B125F2BC8BF2}"/>
              </a:ext>
            </a:extLst>
          </p:cNvPr>
          <p:cNvSpPr/>
          <p:nvPr/>
        </p:nvSpPr>
        <p:spPr>
          <a:xfrm>
            <a:off x="2505636" y="945528"/>
            <a:ext cx="9473932" cy="1048215"/>
          </a:xfrm>
          <a:prstGeom prst="parallelogram">
            <a:avLst>
              <a:gd name="adj" fmla="val 18035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AFF9E-4D43-4A71-83FA-49A5BCCD8CF4}"/>
              </a:ext>
            </a:extLst>
          </p:cNvPr>
          <p:cNvSpPr txBox="1"/>
          <p:nvPr/>
        </p:nvSpPr>
        <p:spPr>
          <a:xfrm>
            <a:off x="43593" y="31131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Layer1: </a:t>
            </a:r>
            <a:r>
              <a:rPr lang="it-IT" dirty="0" err="1"/>
              <a:t>Governance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F7E429-A711-4F18-A300-5888F0FCA6AA}"/>
              </a:ext>
            </a:extLst>
          </p:cNvPr>
          <p:cNvSpPr txBox="1"/>
          <p:nvPr/>
        </p:nvSpPr>
        <p:spPr>
          <a:xfrm>
            <a:off x="47889" y="244666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Layer2: FL </a:t>
            </a:r>
            <a:r>
              <a:rPr lang="it-IT" dirty="0" err="1"/>
              <a:t>Orchestration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BD0ED2-C943-4801-9F97-472A03F4894A}"/>
              </a:ext>
            </a:extLst>
          </p:cNvPr>
          <p:cNvSpPr txBox="1"/>
          <p:nvPr/>
        </p:nvSpPr>
        <p:spPr>
          <a:xfrm>
            <a:off x="57144" y="4476274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Layer3: Data Holders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5273463-8269-4900-866F-4A6BAD9CB2E9}"/>
              </a:ext>
            </a:extLst>
          </p:cNvPr>
          <p:cNvSpPr/>
          <p:nvPr/>
        </p:nvSpPr>
        <p:spPr>
          <a:xfrm>
            <a:off x="2505635" y="2033733"/>
            <a:ext cx="9473930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226FB5-093E-4533-80B8-01E8B894DDD0}"/>
              </a:ext>
            </a:extLst>
          </p:cNvPr>
          <p:cNvSpPr txBox="1"/>
          <p:nvPr/>
        </p:nvSpPr>
        <p:spPr>
          <a:xfrm>
            <a:off x="2505635" y="2033733"/>
            <a:ext cx="947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DATA PERMIT AUTHORIZATION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B02277C-7A04-4519-B7CE-AB4E1587F884}"/>
              </a:ext>
            </a:extLst>
          </p:cNvPr>
          <p:cNvSpPr/>
          <p:nvPr/>
        </p:nvSpPr>
        <p:spPr>
          <a:xfrm>
            <a:off x="2858094" y="47625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1CBF9E3-AADD-40DF-9767-893C51242283}"/>
              </a:ext>
            </a:extLst>
          </p:cNvPr>
          <p:cNvSpPr/>
          <p:nvPr/>
        </p:nvSpPr>
        <p:spPr>
          <a:xfrm>
            <a:off x="2962869" y="1571625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National </a:t>
            </a:r>
            <a:r>
              <a:rPr lang="it-IT" sz="1000" dirty="0" err="1">
                <a:solidFill>
                  <a:schemeClr val="tx1"/>
                </a:solidFill>
              </a:rPr>
              <a:t>Priv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D149AB0-EF2D-4FAD-A219-072AB1E9C856}"/>
              </a:ext>
            </a:extLst>
          </p:cNvPr>
          <p:cNvSpPr/>
          <p:nvPr/>
        </p:nvSpPr>
        <p:spPr>
          <a:xfrm>
            <a:off x="2962869" y="12493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Store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80416C0-5CCB-4864-A002-546A63C07168}"/>
              </a:ext>
            </a:extLst>
          </p:cNvPr>
          <p:cNvSpPr/>
          <p:nvPr/>
        </p:nvSpPr>
        <p:spPr>
          <a:xfrm>
            <a:off x="2962869" y="9255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HDAB </a:t>
            </a:r>
            <a:r>
              <a:rPr lang="it-IT" sz="1000" dirty="0" err="1">
                <a:solidFill>
                  <a:schemeClr val="tx1"/>
                </a:solidFill>
              </a:rPr>
              <a:t>Strictness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Lv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A83CF59-4A70-4313-B11F-DAC93CD9DFE2}"/>
              </a:ext>
            </a:extLst>
          </p:cNvPr>
          <p:cNvSpPr/>
          <p:nvPr/>
        </p:nvSpPr>
        <p:spPr>
          <a:xfrm>
            <a:off x="2962869" y="6016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Bearer</a:t>
            </a:r>
            <a:r>
              <a:rPr lang="it-IT" sz="1000" dirty="0">
                <a:solidFill>
                  <a:schemeClr val="tx1"/>
                </a:solidFill>
              </a:rPr>
              <a:t> Token </a:t>
            </a:r>
            <a:r>
              <a:rPr lang="it-IT" sz="1000" dirty="0" err="1">
                <a:solidFill>
                  <a:schemeClr val="tx1"/>
                </a:solidFill>
              </a:rPr>
              <a:t>Manag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E680BD4-E525-41B5-B8A2-49FE97A5B1BB}"/>
              </a:ext>
            </a:extLst>
          </p:cNvPr>
          <p:cNvSpPr/>
          <p:nvPr/>
        </p:nvSpPr>
        <p:spPr>
          <a:xfrm>
            <a:off x="2962869" y="2778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OAuth2 / </a:t>
            </a:r>
            <a:r>
              <a:rPr lang="it-IT" sz="1000" dirty="0" err="1">
                <a:solidFill>
                  <a:schemeClr val="tx1"/>
                </a:solidFill>
              </a:rPr>
              <a:t>mTLS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Auth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14FF126-E8E8-4553-9267-0FE13B40CC33}"/>
              </a:ext>
            </a:extLst>
          </p:cNvPr>
          <p:cNvSpPr txBox="1"/>
          <p:nvPr/>
        </p:nvSpPr>
        <p:spPr>
          <a:xfrm>
            <a:off x="2867619" y="2962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HDAB Integration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E58CE7F-EF52-4787-A7A8-1F05500DBAC0}"/>
              </a:ext>
            </a:extLst>
          </p:cNvPr>
          <p:cNvSpPr/>
          <p:nvPr/>
        </p:nvSpPr>
        <p:spPr>
          <a:xfrm>
            <a:off x="5079442" y="52246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68CD3C6-AEC4-4A18-9C8D-A0C7C95642B2}"/>
              </a:ext>
            </a:extLst>
          </p:cNvPr>
          <p:cNvSpPr/>
          <p:nvPr/>
        </p:nvSpPr>
        <p:spPr>
          <a:xfrm>
            <a:off x="5184217" y="1261428"/>
            <a:ext cx="1866900" cy="640948"/>
          </a:xfrm>
          <a:prstGeom prst="roundRect">
            <a:avLst>
              <a:gd name="adj" fmla="val 946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Expiry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Verification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----- </a:t>
            </a:r>
          </a:p>
          <a:p>
            <a:pPr algn="ctr"/>
            <a:r>
              <a:rPr lang="it-IT" sz="1000" dirty="0" err="1">
                <a:solidFill>
                  <a:schemeClr val="tx1"/>
                </a:solidFill>
              </a:rPr>
              <a:t>Strict</a:t>
            </a:r>
            <a:r>
              <a:rPr lang="it-IT" sz="1000" dirty="0">
                <a:solidFill>
                  <a:schemeClr val="tx1"/>
                </a:solidFill>
              </a:rPr>
              <a:t> Mode </a:t>
            </a:r>
            <a:r>
              <a:rPr lang="it-IT" sz="1000" dirty="0" err="1">
                <a:solidFill>
                  <a:schemeClr val="tx1"/>
                </a:solidFill>
              </a:rPr>
              <a:t>Enforcem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5C27DF95-1B77-41EC-AADA-E23D69874228}"/>
              </a:ext>
            </a:extLst>
          </p:cNvPr>
          <p:cNvSpPr/>
          <p:nvPr/>
        </p:nvSpPr>
        <p:spPr>
          <a:xfrm>
            <a:off x="5184217" y="93936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</a:t>
            </a:r>
            <a:r>
              <a:rPr lang="it-IT" sz="1000" dirty="0" err="1">
                <a:solidFill>
                  <a:schemeClr val="tx1"/>
                </a:solidFill>
              </a:rPr>
              <a:t>Categories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5FA7EF59-21D4-4455-BF15-93FE83F4213E}"/>
              </a:ext>
            </a:extLst>
          </p:cNvPr>
          <p:cNvSpPr/>
          <p:nvPr/>
        </p:nvSpPr>
        <p:spPr>
          <a:xfrm>
            <a:off x="5184217" y="615506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Validation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3316AB53-23E5-4F7C-BE71-99B0A6D2D368}"/>
              </a:ext>
            </a:extLst>
          </p:cNvPr>
          <p:cNvSpPr/>
          <p:nvPr/>
        </p:nvSpPr>
        <p:spPr>
          <a:xfrm>
            <a:off x="5184217" y="291656"/>
            <a:ext cx="1866900" cy="319232"/>
          </a:xfrm>
          <a:prstGeom prst="roundRect">
            <a:avLst>
              <a:gd name="adj" fmla="val 96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Lifecycle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9B38D6B-82C9-42D2-AEC9-BC9511897A9A}"/>
              </a:ext>
            </a:extLst>
          </p:cNvPr>
          <p:cNvSpPr txBox="1"/>
          <p:nvPr/>
        </p:nvSpPr>
        <p:spPr>
          <a:xfrm>
            <a:off x="5050576" y="7583"/>
            <a:ext cx="2430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Data </a:t>
            </a:r>
            <a:r>
              <a:rPr lang="it-IT" sz="1000" b="1" dirty="0" err="1"/>
              <a:t>Permit</a:t>
            </a:r>
            <a:r>
              <a:rPr lang="it-IT" sz="1000" b="1" dirty="0"/>
              <a:t> </a:t>
            </a:r>
            <a:r>
              <a:rPr lang="it-IT" sz="1000" b="1" dirty="0" err="1"/>
              <a:t>Manag</a:t>
            </a:r>
            <a:r>
              <a:rPr lang="it-IT" sz="1000" b="1" dirty="0"/>
              <a:t>. (art.56)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2D13F15-E85C-4F61-92C7-0451E3954DFD}"/>
              </a:ext>
            </a:extLst>
          </p:cNvPr>
          <p:cNvSpPr/>
          <p:nvPr/>
        </p:nvSpPr>
        <p:spPr>
          <a:xfrm>
            <a:off x="7351596" y="52244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4A611D1-7932-49C3-BED9-181191308227}"/>
              </a:ext>
            </a:extLst>
          </p:cNvPr>
          <p:cNvSpPr/>
          <p:nvPr/>
        </p:nvSpPr>
        <p:spPr>
          <a:xfrm>
            <a:off x="7456371" y="1576244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Pre</a:t>
            </a:r>
            <a:r>
              <a:rPr lang="it-IT" sz="1000" dirty="0">
                <a:solidFill>
                  <a:schemeClr val="tx1"/>
                </a:solidFill>
              </a:rPr>
              <a:t>-Training Filter 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4D828A09-D365-4377-A077-97434635C626}"/>
              </a:ext>
            </a:extLst>
          </p:cNvPr>
          <p:cNvSpPr/>
          <p:nvPr/>
        </p:nvSpPr>
        <p:spPr>
          <a:xfrm>
            <a:off x="7456371" y="12539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5684609-C1BC-4165-9AEB-1FD1FF2CAEB7}"/>
              </a:ext>
            </a:extLst>
          </p:cNvPr>
          <p:cNvSpPr/>
          <p:nvPr/>
        </p:nvSpPr>
        <p:spPr>
          <a:xfrm>
            <a:off x="7456371" y="9301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Interval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E37E627F-0AFC-40FE-B91B-18530AC34D1D}"/>
              </a:ext>
            </a:extLst>
          </p:cNvPr>
          <p:cNvSpPr/>
          <p:nvPr/>
        </p:nvSpPr>
        <p:spPr>
          <a:xfrm>
            <a:off x="7456371" y="6062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LRU Cache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8900710-7065-4030-8133-3770BC2AA2EB}"/>
              </a:ext>
            </a:extLst>
          </p:cNvPr>
          <p:cNvSpPr/>
          <p:nvPr/>
        </p:nvSpPr>
        <p:spPr>
          <a:xfrm>
            <a:off x="7456371" y="2824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Granularity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9F6E994-0693-47A9-BC1A-AAECB802040F}"/>
              </a:ext>
            </a:extLst>
          </p:cNvPr>
          <p:cNvSpPr txBox="1"/>
          <p:nvPr/>
        </p:nvSpPr>
        <p:spPr>
          <a:xfrm>
            <a:off x="7363144" y="7581"/>
            <a:ext cx="2042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Opt</a:t>
            </a:r>
            <a:r>
              <a:rPr lang="it-IT" sz="1000" b="1" dirty="0"/>
              <a:t>-Out </a:t>
            </a:r>
            <a:r>
              <a:rPr lang="it-IT" sz="1000" b="1" dirty="0" err="1"/>
              <a:t>Registry</a:t>
            </a:r>
            <a:r>
              <a:rPr lang="it-IT" sz="1000" b="1" dirty="0"/>
              <a:t> (art.71)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32BECC5-D205-456F-B0A9-518DB8BB85CD}"/>
              </a:ext>
            </a:extLst>
          </p:cNvPr>
          <p:cNvSpPr/>
          <p:nvPr/>
        </p:nvSpPr>
        <p:spPr>
          <a:xfrm>
            <a:off x="9526755" y="56863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DBDC714D-4765-40B3-A77B-A0ABB24354EA}"/>
              </a:ext>
            </a:extLst>
          </p:cNvPr>
          <p:cNvSpPr/>
          <p:nvPr/>
        </p:nvSpPr>
        <p:spPr>
          <a:xfrm>
            <a:off x="9631530" y="1580863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Network </a:t>
            </a:r>
            <a:r>
              <a:rPr lang="it-IT" sz="1000" dirty="0" err="1">
                <a:solidFill>
                  <a:schemeClr val="tx1"/>
                </a:solidFill>
              </a:rPr>
              <a:t>Latency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Sim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F81E82CC-DBD1-4B13-8FFC-20EC6D618D0E}"/>
              </a:ext>
            </a:extLst>
          </p:cNvPr>
          <p:cNvSpPr/>
          <p:nvPr/>
        </p:nvSpPr>
        <p:spPr>
          <a:xfrm>
            <a:off x="9631530" y="12585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Free Model (art. 42)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FCE6685-69ED-4E0D-B3C3-A9917E1E2FE7}"/>
              </a:ext>
            </a:extLst>
          </p:cNvPr>
          <p:cNvSpPr/>
          <p:nvPr/>
        </p:nvSpPr>
        <p:spPr>
          <a:xfrm>
            <a:off x="9631530" y="9347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Per-Country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F5C816D4-D020-4347-9DE5-A0088C6A539A}"/>
              </a:ext>
            </a:extLst>
          </p:cNvPr>
          <p:cNvSpPr/>
          <p:nvPr/>
        </p:nvSpPr>
        <p:spPr>
          <a:xfrm>
            <a:off x="9631530" y="6108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EU Country </a:t>
            </a:r>
            <a:r>
              <a:rPr lang="it-IT" sz="1000" dirty="0" err="1">
                <a:solidFill>
                  <a:schemeClr val="tx1"/>
                </a:solidFill>
              </a:rPr>
              <a:t>Profiles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6177E41A-7BDB-4477-ABD7-3B5CE8807BA7}"/>
              </a:ext>
            </a:extLst>
          </p:cNvPr>
          <p:cNvSpPr/>
          <p:nvPr/>
        </p:nvSpPr>
        <p:spPr>
          <a:xfrm>
            <a:off x="9631530" y="2870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Muti-HDAB </a:t>
            </a:r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Prot.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9B77A6E-7A48-4F28-80BB-2227D5C8A0EC}"/>
              </a:ext>
            </a:extLst>
          </p:cNvPr>
          <p:cNvSpPr txBox="1"/>
          <p:nvPr/>
        </p:nvSpPr>
        <p:spPr>
          <a:xfrm>
            <a:off x="9524717" y="12200"/>
            <a:ext cx="2066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Cross-Border </a:t>
            </a:r>
            <a:r>
              <a:rPr lang="it-IT" sz="1000" b="1" dirty="0" err="1"/>
              <a:t>Coord</a:t>
            </a:r>
            <a:r>
              <a:rPr lang="it-IT" sz="1000" b="1" dirty="0"/>
              <a:t>.  (art.46,50)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41B82149-5CE8-4535-B79A-B7AD5B10C8CF}"/>
              </a:ext>
            </a:extLst>
          </p:cNvPr>
          <p:cNvSpPr/>
          <p:nvPr/>
        </p:nvSpPr>
        <p:spPr>
          <a:xfrm>
            <a:off x="2858093" y="2474954"/>
            <a:ext cx="1634400" cy="186037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9F70224-39E7-4B7E-BC87-CAE50AAFC613}"/>
              </a:ext>
            </a:extLst>
          </p:cNvPr>
          <p:cNvSpPr txBox="1"/>
          <p:nvPr/>
        </p:nvSpPr>
        <p:spPr>
          <a:xfrm>
            <a:off x="2867618" y="2486448"/>
            <a:ext cx="1624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Aggregation</a:t>
            </a:r>
            <a:r>
              <a:rPr lang="it-IT" sz="1000" b="1" dirty="0"/>
              <a:t> Engine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14CB32C4-55B6-4E4A-BAC1-93FD838C7FAA}"/>
              </a:ext>
            </a:extLst>
          </p:cNvPr>
          <p:cNvSpPr/>
          <p:nvPr/>
        </p:nvSpPr>
        <p:spPr>
          <a:xfrm>
            <a:off x="10182231" y="2492660"/>
            <a:ext cx="1631078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5AD04AD-2F68-4544-A0DB-18098C769148}"/>
              </a:ext>
            </a:extLst>
          </p:cNvPr>
          <p:cNvSpPr/>
          <p:nvPr/>
        </p:nvSpPr>
        <p:spPr>
          <a:xfrm>
            <a:off x="8380031" y="2492660"/>
            <a:ext cx="1624934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9FFAC4B6-5D24-459E-BF5C-E13B9DE1F8BE}"/>
              </a:ext>
            </a:extLst>
          </p:cNvPr>
          <p:cNvSpPr/>
          <p:nvPr/>
        </p:nvSpPr>
        <p:spPr>
          <a:xfrm>
            <a:off x="6408127" y="2474953"/>
            <a:ext cx="1749483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3F8CFE0-7491-4269-B12E-221B5D715804}"/>
              </a:ext>
            </a:extLst>
          </p:cNvPr>
          <p:cNvSpPr/>
          <p:nvPr/>
        </p:nvSpPr>
        <p:spPr>
          <a:xfrm>
            <a:off x="4701016" y="2492660"/>
            <a:ext cx="1513153" cy="1860369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74784FCD-0ED3-4F6E-A393-3D4D2BBEDF59}"/>
              </a:ext>
            </a:extLst>
          </p:cNvPr>
          <p:cNvSpPr/>
          <p:nvPr/>
        </p:nvSpPr>
        <p:spPr>
          <a:xfrm>
            <a:off x="2858094" y="2776621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FL </a:t>
            </a:r>
            <a:r>
              <a:rPr lang="it-IT" sz="1000" dirty="0" err="1">
                <a:solidFill>
                  <a:schemeClr val="tx1"/>
                </a:solidFill>
              </a:rPr>
              <a:t>Alghoritms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C4255CB2-145C-4081-8AFF-FB0D3EC0DB0F}"/>
              </a:ext>
            </a:extLst>
          </p:cNvPr>
          <p:cNvSpPr/>
          <p:nvPr/>
        </p:nvSpPr>
        <p:spPr>
          <a:xfrm>
            <a:off x="2842453" y="3747780"/>
            <a:ext cx="165004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Model </a:t>
            </a:r>
            <a:r>
              <a:rPr lang="it-IT" sz="1000" dirty="0" err="1">
                <a:solidFill>
                  <a:schemeClr val="tx1"/>
                </a:solidFill>
              </a:rPr>
              <a:t>ChaeckPoint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108FBB26-AB83-40F4-BB20-74D55FF7E341}"/>
              </a:ext>
            </a:extLst>
          </p:cNvPr>
          <p:cNvSpPr/>
          <p:nvPr/>
        </p:nvSpPr>
        <p:spPr>
          <a:xfrm>
            <a:off x="2858092" y="342393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Early </a:t>
            </a:r>
            <a:r>
              <a:rPr lang="it-IT" sz="1000" dirty="0" err="1">
                <a:solidFill>
                  <a:schemeClr val="tx1"/>
                </a:solidFill>
              </a:rPr>
              <a:t>Stopping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44F2C9B-8FD1-4B57-85C0-0C748C7468A7}"/>
              </a:ext>
            </a:extLst>
          </p:cNvPr>
          <p:cNvSpPr/>
          <p:nvPr/>
        </p:nvSpPr>
        <p:spPr>
          <a:xfrm>
            <a:off x="2858094" y="310008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Client </a:t>
            </a:r>
            <a:r>
              <a:rPr lang="it-IT" sz="1000" dirty="0" err="1">
                <a:solidFill>
                  <a:schemeClr val="tx1"/>
                </a:solidFill>
              </a:rPr>
              <a:t>Selection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B3236BE0-D7FB-4B15-9917-42BB76CC02BE}"/>
              </a:ext>
            </a:extLst>
          </p:cNvPr>
          <p:cNvSpPr/>
          <p:nvPr/>
        </p:nvSpPr>
        <p:spPr>
          <a:xfrm>
            <a:off x="4699967" y="2772009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DP-SGD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84E51EF-FD8F-4203-8172-0838E27D0057}"/>
              </a:ext>
            </a:extLst>
          </p:cNvPr>
          <p:cNvSpPr/>
          <p:nvPr/>
        </p:nvSpPr>
        <p:spPr>
          <a:xfrm>
            <a:off x="4699967" y="3419318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Byzantine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Resilience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B7BB5571-50D3-4906-B5F2-8FD2AE538647}"/>
              </a:ext>
            </a:extLst>
          </p:cNvPr>
          <p:cNvSpPr/>
          <p:nvPr/>
        </p:nvSpPr>
        <p:spPr>
          <a:xfrm>
            <a:off x="4699966" y="3095468"/>
            <a:ext cx="150547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Aggregation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E11936DD-415A-4943-8DBF-18BC05A4FBE9}"/>
              </a:ext>
            </a:extLst>
          </p:cNvPr>
          <p:cNvSpPr txBox="1"/>
          <p:nvPr/>
        </p:nvSpPr>
        <p:spPr>
          <a:xfrm>
            <a:off x="4732102" y="2500336"/>
            <a:ext cx="1474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Privacy Protection </a:t>
            </a:r>
            <a:r>
              <a:rPr lang="it-IT" sz="1000" b="1" dirty="0" err="1"/>
              <a:t>Mod</a:t>
            </a:r>
            <a:r>
              <a:rPr lang="it-IT" sz="1000" b="1" dirty="0"/>
              <a:t>.</a:t>
            </a: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C1BFA26A-C4F9-4564-B7A6-8AA61E906E6C}"/>
              </a:ext>
            </a:extLst>
          </p:cNvPr>
          <p:cNvSpPr/>
          <p:nvPr/>
        </p:nvSpPr>
        <p:spPr>
          <a:xfrm>
            <a:off x="3328081" y="4486702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916046F-CC1E-4148-BB1F-64EF0748475A}"/>
              </a:ext>
            </a:extLst>
          </p:cNvPr>
          <p:cNvSpPr/>
          <p:nvPr/>
        </p:nvSpPr>
        <p:spPr>
          <a:xfrm>
            <a:off x="3328079" y="4770773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B9A91527-94F3-47B8-ADB1-41925B1FEE8A}"/>
              </a:ext>
            </a:extLst>
          </p:cNvPr>
          <p:cNvSpPr txBox="1"/>
          <p:nvPr/>
        </p:nvSpPr>
        <p:spPr>
          <a:xfrm>
            <a:off x="3332695" y="4501087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A (Member)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1B7AF030-3773-4AAB-B3EF-5625A178BCFB}"/>
              </a:ext>
            </a:extLst>
          </p:cNvPr>
          <p:cNvSpPr/>
          <p:nvPr/>
        </p:nvSpPr>
        <p:spPr>
          <a:xfrm>
            <a:off x="3328078" y="509847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AB946362-116C-4037-A8EF-7027DA39E64C}"/>
              </a:ext>
            </a:extLst>
          </p:cNvPr>
          <p:cNvSpPr/>
          <p:nvPr/>
        </p:nvSpPr>
        <p:spPr>
          <a:xfrm>
            <a:off x="3328077" y="5421403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2AE2666A-844D-4713-BF66-81E1F070CCFB}"/>
              </a:ext>
            </a:extLst>
          </p:cNvPr>
          <p:cNvSpPr/>
          <p:nvPr/>
        </p:nvSpPr>
        <p:spPr>
          <a:xfrm>
            <a:off x="3328077" y="574653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F9BEFF9E-ACBB-42E0-8E2F-AADBE8DA2684}"/>
              </a:ext>
            </a:extLst>
          </p:cNvPr>
          <p:cNvSpPr/>
          <p:nvPr/>
        </p:nvSpPr>
        <p:spPr>
          <a:xfrm>
            <a:off x="3328076" y="607167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69" name="Rettangolo con angoli arrotondati 68">
            <a:extLst>
              <a:ext uri="{FF2B5EF4-FFF2-40B4-BE49-F238E27FC236}">
                <a16:creationId xmlns:a16="http://schemas.microsoft.com/office/drawing/2014/main" id="{F1E618A6-D8A7-4006-9602-4688C80A5614}"/>
              </a:ext>
            </a:extLst>
          </p:cNvPr>
          <p:cNvSpPr/>
          <p:nvPr/>
        </p:nvSpPr>
        <p:spPr>
          <a:xfrm>
            <a:off x="3332695" y="6399566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0" name="Rettangolo con angoli arrotondati 69">
            <a:extLst>
              <a:ext uri="{FF2B5EF4-FFF2-40B4-BE49-F238E27FC236}">
                <a16:creationId xmlns:a16="http://schemas.microsoft.com/office/drawing/2014/main" id="{2D34C3CF-B838-40BD-A521-B34AA9BC1E22}"/>
              </a:ext>
            </a:extLst>
          </p:cNvPr>
          <p:cNvSpPr/>
          <p:nvPr/>
        </p:nvSpPr>
        <p:spPr>
          <a:xfrm>
            <a:off x="6297577" y="4500558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1" name="Rettangolo con angoli arrotondati 70">
            <a:extLst>
              <a:ext uri="{FF2B5EF4-FFF2-40B4-BE49-F238E27FC236}">
                <a16:creationId xmlns:a16="http://schemas.microsoft.com/office/drawing/2014/main" id="{B046A04B-E543-4CC0-86CF-E92816A55E27}"/>
              </a:ext>
            </a:extLst>
          </p:cNvPr>
          <p:cNvSpPr/>
          <p:nvPr/>
        </p:nvSpPr>
        <p:spPr>
          <a:xfrm>
            <a:off x="6297575" y="478462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1826005-2636-40CC-9A75-0F12D584CD7E}"/>
              </a:ext>
            </a:extLst>
          </p:cNvPr>
          <p:cNvSpPr txBox="1"/>
          <p:nvPr/>
        </p:nvSpPr>
        <p:spPr>
          <a:xfrm>
            <a:off x="6302192" y="4506240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B (Member)</a:t>
            </a:r>
          </a:p>
        </p:txBody>
      </p:sp>
      <p:sp>
        <p:nvSpPr>
          <p:cNvPr id="73" name="Rettangolo con angoli arrotondati 72">
            <a:extLst>
              <a:ext uri="{FF2B5EF4-FFF2-40B4-BE49-F238E27FC236}">
                <a16:creationId xmlns:a16="http://schemas.microsoft.com/office/drawing/2014/main" id="{1BC78E67-9AAE-4014-825B-8F6DC33A699B}"/>
              </a:ext>
            </a:extLst>
          </p:cNvPr>
          <p:cNvSpPr/>
          <p:nvPr/>
        </p:nvSpPr>
        <p:spPr>
          <a:xfrm>
            <a:off x="6297574" y="5112331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74" name="Rettangolo con angoli arrotondati 73">
            <a:extLst>
              <a:ext uri="{FF2B5EF4-FFF2-40B4-BE49-F238E27FC236}">
                <a16:creationId xmlns:a16="http://schemas.microsoft.com/office/drawing/2014/main" id="{7306AB3B-7B0B-4D48-94F0-D044F785CF28}"/>
              </a:ext>
            </a:extLst>
          </p:cNvPr>
          <p:cNvSpPr/>
          <p:nvPr/>
        </p:nvSpPr>
        <p:spPr>
          <a:xfrm>
            <a:off x="6297573" y="543525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75" name="Rettangolo con angoli arrotondati 74">
            <a:extLst>
              <a:ext uri="{FF2B5EF4-FFF2-40B4-BE49-F238E27FC236}">
                <a16:creationId xmlns:a16="http://schemas.microsoft.com/office/drawing/2014/main" id="{FDBF882B-B684-4EE3-8ED0-A2143F4FDDC1}"/>
              </a:ext>
            </a:extLst>
          </p:cNvPr>
          <p:cNvSpPr/>
          <p:nvPr/>
        </p:nvSpPr>
        <p:spPr>
          <a:xfrm>
            <a:off x="6297573" y="576039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76" name="Rettangolo con angoli arrotondati 75">
            <a:extLst>
              <a:ext uri="{FF2B5EF4-FFF2-40B4-BE49-F238E27FC236}">
                <a16:creationId xmlns:a16="http://schemas.microsoft.com/office/drawing/2014/main" id="{F35EF129-4EAA-4D5A-B658-910A1C59027C}"/>
              </a:ext>
            </a:extLst>
          </p:cNvPr>
          <p:cNvSpPr/>
          <p:nvPr/>
        </p:nvSpPr>
        <p:spPr>
          <a:xfrm>
            <a:off x="6297572" y="6085531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77" name="Rettangolo con angoli arrotondati 76">
            <a:extLst>
              <a:ext uri="{FF2B5EF4-FFF2-40B4-BE49-F238E27FC236}">
                <a16:creationId xmlns:a16="http://schemas.microsoft.com/office/drawing/2014/main" id="{F48DCB79-6341-4D8A-AB62-E6C38B6DA95E}"/>
              </a:ext>
            </a:extLst>
          </p:cNvPr>
          <p:cNvSpPr/>
          <p:nvPr/>
        </p:nvSpPr>
        <p:spPr>
          <a:xfrm>
            <a:off x="6302191" y="6413422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D68D43DE-9CB7-4D99-AD22-0E9DF06E6120}"/>
              </a:ext>
            </a:extLst>
          </p:cNvPr>
          <p:cNvSpPr/>
          <p:nvPr/>
        </p:nvSpPr>
        <p:spPr>
          <a:xfrm>
            <a:off x="9257836" y="4505175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9" name="Rettangolo con angoli arrotondati 78">
            <a:extLst>
              <a:ext uri="{FF2B5EF4-FFF2-40B4-BE49-F238E27FC236}">
                <a16:creationId xmlns:a16="http://schemas.microsoft.com/office/drawing/2014/main" id="{5C010454-620D-4603-A22F-951F71C3C0FE}"/>
              </a:ext>
            </a:extLst>
          </p:cNvPr>
          <p:cNvSpPr/>
          <p:nvPr/>
        </p:nvSpPr>
        <p:spPr>
          <a:xfrm>
            <a:off x="9257835" y="4789246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8195945E-8C47-446B-AD0A-02661B45CB12}"/>
              </a:ext>
            </a:extLst>
          </p:cNvPr>
          <p:cNvSpPr txBox="1"/>
          <p:nvPr/>
        </p:nvSpPr>
        <p:spPr>
          <a:xfrm>
            <a:off x="9257835" y="4519560"/>
            <a:ext cx="2333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… (Member)</a:t>
            </a:r>
          </a:p>
        </p:txBody>
      </p:sp>
      <p:sp>
        <p:nvSpPr>
          <p:cNvPr id="81" name="Rettangolo con angoli arrotondati 80">
            <a:extLst>
              <a:ext uri="{FF2B5EF4-FFF2-40B4-BE49-F238E27FC236}">
                <a16:creationId xmlns:a16="http://schemas.microsoft.com/office/drawing/2014/main" id="{50801C13-B3D1-496D-B9B0-2171E1EB7A82}"/>
              </a:ext>
            </a:extLst>
          </p:cNvPr>
          <p:cNvSpPr/>
          <p:nvPr/>
        </p:nvSpPr>
        <p:spPr>
          <a:xfrm>
            <a:off x="9257833" y="5116948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82" name="Rettangolo con angoli arrotondati 81">
            <a:extLst>
              <a:ext uri="{FF2B5EF4-FFF2-40B4-BE49-F238E27FC236}">
                <a16:creationId xmlns:a16="http://schemas.microsoft.com/office/drawing/2014/main" id="{28A5A49A-1E0D-4590-B5C6-027AAF2E4FEF}"/>
              </a:ext>
            </a:extLst>
          </p:cNvPr>
          <p:cNvSpPr/>
          <p:nvPr/>
        </p:nvSpPr>
        <p:spPr>
          <a:xfrm>
            <a:off x="9257832" y="5439876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83" name="Rettangolo con angoli arrotondati 82">
            <a:extLst>
              <a:ext uri="{FF2B5EF4-FFF2-40B4-BE49-F238E27FC236}">
                <a16:creationId xmlns:a16="http://schemas.microsoft.com/office/drawing/2014/main" id="{B7C41F97-EF3D-4D99-ADFB-3E90752D8DF4}"/>
              </a:ext>
            </a:extLst>
          </p:cNvPr>
          <p:cNvSpPr/>
          <p:nvPr/>
        </p:nvSpPr>
        <p:spPr>
          <a:xfrm>
            <a:off x="9257832" y="5765012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84" name="Rettangolo con angoli arrotondati 83">
            <a:extLst>
              <a:ext uri="{FF2B5EF4-FFF2-40B4-BE49-F238E27FC236}">
                <a16:creationId xmlns:a16="http://schemas.microsoft.com/office/drawing/2014/main" id="{3A5C6BD7-2966-4C14-8853-06B8A88E3326}"/>
              </a:ext>
            </a:extLst>
          </p:cNvPr>
          <p:cNvSpPr/>
          <p:nvPr/>
        </p:nvSpPr>
        <p:spPr>
          <a:xfrm>
            <a:off x="9257831" y="6090148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85" name="Rettangolo con angoli arrotondati 84">
            <a:extLst>
              <a:ext uri="{FF2B5EF4-FFF2-40B4-BE49-F238E27FC236}">
                <a16:creationId xmlns:a16="http://schemas.microsoft.com/office/drawing/2014/main" id="{53D460E6-12B6-4F31-97B5-35B75FA096FB}"/>
              </a:ext>
            </a:extLst>
          </p:cNvPr>
          <p:cNvSpPr/>
          <p:nvPr/>
        </p:nvSpPr>
        <p:spPr>
          <a:xfrm>
            <a:off x="9262450" y="6418039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86" name="Rettangolo con angoli arrotondati 85">
            <a:extLst>
              <a:ext uri="{FF2B5EF4-FFF2-40B4-BE49-F238E27FC236}">
                <a16:creationId xmlns:a16="http://schemas.microsoft.com/office/drawing/2014/main" id="{A2E66E56-D6AC-4A08-8856-E12B6C0C2452}"/>
              </a:ext>
            </a:extLst>
          </p:cNvPr>
          <p:cNvSpPr/>
          <p:nvPr/>
        </p:nvSpPr>
        <p:spPr>
          <a:xfrm>
            <a:off x="36945" y="7581"/>
            <a:ext cx="12118112" cy="2422677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Rettangolo con angoli arrotondati 86">
            <a:extLst>
              <a:ext uri="{FF2B5EF4-FFF2-40B4-BE49-F238E27FC236}">
                <a16:creationId xmlns:a16="http://schemas.microsoft.com/office/drawing/2014/main" id="{6C1F027C-E87C-4E9C-83E5-95B640F5906E}"/>
              </a:ext>
            </a:extLst>
          </p:cNvPr>
          <p:cNvSpPr/>
          <p:nvPr/>
        </p:nvSpPr>
        <p:spPr>
          <a:xfrm>
            <a:off x="35376" y="2456680"/>
            <a:ext cx="12118112" cy="1991707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0C23B115-B1D6-4BA6-859E-FF146EFB9F4A}"/>
              </a:ext>
            </a:extLst>
          </p:cNvPr>
          <p:cNvSpPr/>
          <p:nvPr/>
        </p:nvSpPr>
        <p:spPr>
          <a:xfrm>
            <a:off x="35376" y="4466660"/>
            <a:ext cx="12118112" cy="2374001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172A0620-096B-4B27-BBDC-70013515B42F}"/>
              </a:ext>
            </a:extLst>
          </p:cNvPr>
          <p:cNvSpPr txBox="1"/>
          <p:nvPr/>
        </p:nvSpPr>
        <p:spPr>
          <a:xfrm>
            <a:off x="6429173" y="2485701"/>
            <a:ext cx="1728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Compliance</a:t>
            </a:r>
            <a:r>
              <a:rPr lang="it-IT" sz="1000" b="1" dirty="0"/>
              <a:t> </a:t>
            </a:r>
            <a:r>
              <a:rPr lang="it-IT" sz="1000" b="1" dirty="0" err="1"/>
              <a:t>Module</a:t>
            </a:r>
            <a:endParaRPr lang="it-IT" sz="1000" b="1" dirty="0"/>
          </a:p>
        </p:txBody>
      </p:sp>
      <p:sp>
        <p:nvSpPr>
          <p:cNvPr id="90" name="Rettangolo con angoli arrotondati 89">
            <a:extLst>
              <a:ext uri="{FF2B5EF4-FFF2-40B4-BE49-F238E27FC236}">
                <a16:creationId xmlns:a16="http://schemas.microsoft.com/office/drawing/2014/main" id="{806070B2-252B-4C79-84E8-18DC1F41EB61}"/>
              </a:ext>
            </a:extLst>
          </p:cNvPr>
          <p:cNvSpPr/>
          <p:nvPr/>
        </p:nvSpPr>
        <p:spPr>
          <a:xfrm>
            <a:off x="6419646" y="2750458"/>
            <a:ext cx="173796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GDPR Audit </a:t>
            </a:r>
            <a:r>
              <a:rPr lang="it-IT" sz="1000" dirty="0" err="1">
                <a:solidFill>
                  <a:schemeClr val="tx1"/>
                </a:solidFill>
              </a:rPr>
              <a:t>Logging</a:t>
            </a:r>
            <a:r>
              <a:rPr lang="it-IT" sz="1000" dirty="0">
                <a:solidFill>
                  <a:schemeClr val="tx1"/>
                </a:solidFill>
              </a:rPr>
              <a:t> (art.30)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4E5E0B54-08DE-449F-B6B6-B7C6C9B2D1CF}"/>
              </a:ext>
            </a:extLst>
          </p:cNvPr>
          <p:cNvSpPr/>
          <p:nvPr/>
        </p:nvSpPr>
        <p:spPr>
          <a:xfrm>
            <a:off x="6419645" y="3406476"/>
            <a:ext cx="1731428" cy="31838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Opt</a:t>
            </a:r>
            <a:r>
              <a:rPr lang="it-IT" sz="1000" dirty="0">
                <a:solidFill>
                  <a:schemeClr val="tx1"/>
                </a:solidFill>
              </a:rPr>
              <a:t>-Out Enforcement</a:t>
            </a:r>
          </a:p>
        </p:txBody>
      </p:sp>
      <p:sp>
        <p:nvSpPr>
          <p:cNvPr id="92" name="Rettangolo con angoli arrotondati 91">
            <a:extLst>
              <a:ext uri="{FF2B5EF4-FFF2-40B4-BE49-F238E27FC236}">
                <a16:creationId xmlns:a16="http://schemas.microsoft.com/office/drawing/2014/main" id="{226E78CA-3178-4827-BA02-7A44E92F6B31}"/>
              </a:ext>
            </a:extLst>
          </p:cNvPr>
          <p:cNvSpPr/>
          <p:nvPr/>
        </p:nvSpPr>
        <p:spPr>
          <a:xfrm>
            <a:off x="6419646" y="3073917"/>
            <a:ext cx="174028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Limitation</a:t>
            </a:r>
            <a:r>
              <a:rPr lang="it-IT" sz="1000" dirty="0">
                <a:solidFill>
                  <a:schemeClr val="tx1"/>
                </a:solidFill>
              </a:rPr>
              <a:t> check (art.53)</a:t>
            </a: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442F271E-6FF7-438C-8021-F2468B9CD316}"/>
              </a:ext>
            </a:extLst>
          </p:cNvPr>
          <p:cNvSpPr/>
          <p:nvPr/>
        </p:nvSpPr>
        <p:spPr>
          <a:xfrm>
            <a:off x="6428812" y="3734422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Anonymous </a:t>
            </a:r>
            <a:r>
              <a:rPr lang="it-IT" sz="1000" dirty="0" err="1">
                <a:solidFill>
                  <a:schemeClr val="tx1"/>
                </a:solidFill>
              </a:rPr>
              <a:t>Assessment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4" name="Rettangolo con angoli arrotondati 93">
            <a:extLst>
              <a:ext uri="{FF2B5EF4-FFF2-40B4-BE49-F238E27FC236}">
                <a16:creationId xmlns:a16="http://schemas.microsoft.com/office/drawing/2014/main" id="{8389B184-D254-4048-870D-4FA999F160BC}"/>
              </a:ext>
            </a:extLst>
          </p:cNvPr>
          <p:cNvSpPr/>
          <p:nvPr/>
        </p:nvSpPr>
        <p:spPr>
          <a:xfrm>
            <a:off x="6420080" y="4037129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EHDS </a:t>
            </a:r>
            <a:r>
              <a:rPr lang="it-IT" sz="1000" dirty="0" err="1">
                <a:solidFill>
                  <a:schemeClr val="tx1"/>
                </a:solidFill>
              </a:rPr>
              <a:t>Compliance</a:t>
            </a:r>
            <a:r>
              <a:rPr lang="it-IT" sz="1000" dirty="0">
                <a:solidFill>
                  <a:schemeClr val="tx1"/>
                </a:solidFill>
              </a:rPr>
              <a:t> Report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B730E1D3-AE50-4BBE-932A-EFA3051127A8}"/>
              </a:ext>
            </a:extLst>
          </p:cNvPr>
          <p:cNvSpPr txBox="1"/>
          <p:nvPr/>
        </p:nvSpPr>
        <p:spPr>
          <a:xfrm>
            <a:off x="8378982" y="2500206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Communication </a:t>
            </a:r>
            <a:r>
              <a:rPr lang="it-IT" sz="1000" b="1" dirty="0" err="1"/>
              <a:t>Infrastr</a:t>
            </a:r>
            <a:r>
              <a:rPr lang="it-IT" sz="1000" b="1" dirty="0"/>
              <a:t>.</a:t>
            </a:r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00414476-BB01-4ED2-ABDF-48CF11327E54}"/>
              </a:ext>
            </a:extLst>
          </p:cNvPr>
          <p:cNvSpPr/>
          <p:nvPr/>
        </p:nvSpPr>
        <p:spPr>
          <a:xfrm>
            <a:off x="8378982" y="3411624"/>
            <a:ext cx="162598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E681858E-81EF-458A-BE94-8D03782AE214}"/>
              </a:ext>
            </a:extLst>
          </p:cNvPr>
          <p:cNvSpPr/>
          <p:nvPr/>
        </p:nvSpPr>
        <p:spPr>
          <a:xfrm>
            <a:off x="8385113" y="3748279"/>
            <a:ext cx="162751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Chunking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63D8450F-A6DB-428C-BA13-B64F9521798C}"/>
              </a:ext>
            </a:extLst>
          </p:cNvPr>
          <p:cNvSpPr/>
          <p:nvPr/>
        </p:nvSpPr>
        <p:spPr>
          <a:xfrm>
            <a:off x="8379009" y="4058638"/>
            <a:ext cx="164234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Security | </a:t>
            </a:r>
            <a:r>
              <a:rPr lang="it-IT" sz="1000" dirty="0" err="1">
                <a:solidFill>
                  <a:schemeClr val="tx1"/>
                </a:solidFill>
              </a:rPr>
              <a:t>Retry</a:t>
            </a:r>
            <a:r>
              <a:rPr lang="it-IT" sz="1000" dirty="0">
                <a:solidFill>
                  <a:schemeClr val="tx1"/>
                </a:solidFill>
              </a:rPr>
              <a:t> | </a:t>
            </a:r>
            <a:r>
              <a:rPr lang="it-IT" sz="1000" dirty="0" err="1">
                <a:solidFill>
                  <a:schemeClr val="tx1"/>
                </a:solidFill>
              </a:rPr>
              <a:t>Mess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Type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2" name="Rettangolo con angoli arrotondati 101">
            <a:extLst>
              <a:ext uri="{FF2B5EF4-FFF2-40B4-BE49-F238E27FC236}">
                <a16:creationId xmlns:a16="http://schemas.microsoft.com/office/drawing/2014/main" id="{3F273040-A2A8-4E0F-9B3A-2F2340284BAD}"/>
              </a:ext>
            </a:extLst>
          </p:cNvPr>
          <p:cNvSpPr/>
          <p:nvPr/>
        </p:nvSpPr>
        <p:spPr>
          <a:xfrm>
            <a:off x="8378982" y="2751220"/>
            <a:ext cx="162493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gRPC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Bidirectional</a:t>
            </a:r>
            <a:r>
              <a:rPr lang="it-IT" sz="1000" dirty="0">
                <a:solidFill>
                  <a:schemeClr val="tx1"/>
                </a:solidFill>
              </a:rPr>
              <a:t> Streaming</a:t>
            </a: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0E6C2C96-3DCF-405A-966F-8CFA817096AF}"/>
              </a:ext>
            </a:extLst>
          </p:cNvPr>
          <p:cNvSpPr/>
          <p:nvPr/>
        </p:nvSpPr>
        <p:spPr>
          <a:xfrm>
            <a:off x="8378982" y="3083208"/>
            <a:ext cx="162493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WebSocket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9631C340-5700-4431-A3A1-E5365841994C}"/>
              </a:ext>
            </a:extLst>
          </p:cNvPr>
          <p:cNvSpPr txBox="1"/>
          <p:nvPr/>
        </p:nvSpPr>
        <p:spPr>
          <a:xfrm>
            <a:off x="10181182" y="2495547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Monitoring &amp; </a:t>
            </a:r>
            <a:r>
              <a:rPr lang="it-IT" sz="1000" b="1" dirty="0" err="1"/>
              <a:t>Metrics</a:t>
            </a:r>
            <a:endParaRPr lang="it-IT" sz="1000" b="1" dirty="0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21C55244-E9AA-488C-B731-FC7660F23F71}"/>
              </a:ext>
            </a:extLst>
          </p:cNvPr>
          <p:cNvSpPr/>
          <p:nvPr/>
        </p:nvSpPr>
        <p:spPr>
          <a:xfrm>
            <a:off x="10181182" y="3425484"/>
            <a:ext cx="163107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Privacy Budget</a:t>
            </a:r>
          </a:p>
        </p:txBody>
      </p:sp>
      <p:sp>
        <p:nvSpPr>
          <p:cNvPr id="106" name="Rettangolo con angoli arrotondati 105">
            <a:extLst>
              <a:ext uri="{FF2B5EF4-FFF2-40B4-BE49-F238E27FC236}">
                <a16:creationId xmlns:a16="http://schemas.microsoft.com/office/drawing/2014/main" id="{BB241E2C-7B28-48EE-9983-F51384E28132}"/>
              </a:ext>
            </a:extLst>
          </p:cNvPr>
          <p:cNvSpPr/>
          <p:nvPr/>
        </p:nvSpPr>
        <p:spPr>
          <a:xfrm>
            <a:off x="10178888" y="3762139"/>
            <a:ext cx="163442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Participation Tracking</a:t>
            </a:r>
          </a:p>
        </p:txBody>
      </p:sp>
      <p:sp>
        <p:nvSpPr>
          <p:cNvPr id="107" name="Rettangolo con angoli arrotondati 106">
            <a:extLst>
              <a:ext uri="{FF2B5EF4-FFF2-40B4-BE49-F238E27FC236}">
                <a16:creationId xmlns:a16="http://schemas.microsoft.com/office/drawing/2014/main" id="{67796391-B885-4240-A2D5-9050B1959F5D}"/>
              </a:ext>
            </a:extLst>
          </p:cNvPr>
          <p:cNvSpPr/>
          <p:nvPr/>
        </p:nvSpPr>
        <p:spPr>
          <a:xfrm>
            <a:off x="10181514" y="4072498"/>
            <a:ext cx="163179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Resource </a:t>
            </a:r>
            <a:r>
              <a:rPr lang="it-IT" sz="1000" dirty="0" err="1">
                <a:solidFill>
                  <a:schemeClr val="tx1"/>
                </a:solidFill>
              </a:rPr>
              <a:t>Utiliz</a:t>
            </a:r>
            <a:r>
              <a:rPr lang="it-IT" sz="1000" dirty="0">
                <a:solidFill>
                  <a:schemeClr val="tx1"/>
                </a:solidFill>
              </a:rPr>
              <a:t>. | </a:t>
            </a:r>
            <a:r>
              <a:rPr lang="it-IT" sz="1000" dirty="0" err="1">
                <a:solidFill>
                  <a:schemeClr val="tx1"/>
                </a:solidFill>
              </a:rPr>
              <a:t>Structlog</a:t>
            </a:r>
            <a:r>
              <a:rPr lang="it-IT" sz="1000" dirty="0">
                <a:solidFill>
                  <a:schemeClr val="tx1"/>
                </a:solidFill>
              </a:rPr>
              <a:t> ! </a:t>
            </a:r>
            <a:r>
              <a:rPr lang="it-IT" sz="1000" dirty="0" err="1">
                <a:solidFill>
                  <a:schemeClr val="tx1"/>
                </a:solidFill>
              </a:rPr>
              <a:t>Streamlit</a:t>
            </a:r>
            <a:r>
              <a:rPr lang="it-IT" sz="1000" dirty="0">
                <a:solidFill>
                  <a:schemeClr val="tx1"/>
                </a:solidFill>
              </a:rPr>
              <a:t> Dashboard</a:t>
            </a:r>
          </a:p>
        </p:txBody>
      </p:sp>
      <p:sp>
        <p:nvSpPr>
          <p:cNvPr id="108" name="Rettangolo con angoli arrotondati 107">
            <a:extLst>
              <a:ext uri="{FF2B5EF4-FFF2-40B4-BE49-F238E27FC236}">
                <a16:creationId xmlns:a16="http://schemas.microsoft.com/office/drawing/2014/main" id="{4C731B6B-C7A9-4B35-AF73-EDF2327E6674}"/>
              </a:ext>
            </a:extLst>
          </p:cNvPr>
          <p:cNvSpPr/>
          <p:nvPr/>
        </p:nvSpPr>
        <p:spPr>
          <a:xfrm>
            <a:off x="10185802" y="2755844"/>
            <a:ext cx="162645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Training </a:t>
            </a:r>
            <a:r>
              <a:rPr lang="it-IT" sz="1000" dirty="0" err="1">
                <a:solidFill>
                  <a:schemeClr val="tx1"/>
                </a:solidFill>
              </a:rPr>
              <a:t>Convergence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57CB57E2-2287-4223-9794-7FA8A9767898}"/>
              </a:ext>
            </a:extLst>
          </p:cNvPr>
          <p:cNvSpPr/>
          <p:nvPr/>
        </p:nvSpPr>
        <p:spPr>
          <a:xfrm>
            <a:off x="10185799" y="3088359"/>
            <a:ext cx="162646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Communication Cost</a:t>
            </a:r>
          </a:p>
        </p:txBody>
      </p:sp>
    </p:spTree>
    <p:extLst>
      <p:ext uri="{BB962C8B-B14F-4D97-AF65-F5344CB8AC3E}">
        <p14:creationId xmlns:p14="http://schemas.microsoft.com/office/powerpoint/2010/main" val="26106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a 4">
            <a:extLst>
              <a:ext uri="{FF2B5EF4-FFF2-40B4-BE49-F238E27FC236}">
                <a16:creationId xmlns:a16="http://schemas.microsoft.com/office/drawing/2014/main" id="{C35CED0E-E9E0-41D0-A599-90C3CD9019D2}"/>
              </a:ext>
            </a:extLst>
          </p:cNvPr>
          <p:cNvSpPr/>
          <p:nvPr/>
        </p:nvSpPr>
        <p:spPr>
          <a:xfrm>
            <a:off x="2505635" y="571708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Parallelogramma 5">
            <a:extLst>
              <a:ext uri="{FF2B5EF4-FFF2-40B4-BE49-F238E27FC236}">
                <a16:creationId xmlns:a16="http://schemas.microsoft.com/office/drawing/2014/main" id="{1FE449AC-B8D3-4983-9F3D-B30837F23E97}"/>
              </a:ext>
            </a:extLst>
          </p:cNvPr>
          <p:cNvSpPr/>
          <p:nvPr/>
        </p:nvSpPr>
        <p:spPr>
          <a:xfrm>
            <a:off x="2505635" y="3344452"/>
            <a:ext cx="9473930" cy="1048215"/>
          </a:xfrm>
          <a:prstGeom prst="parallelogram">
            <a:avLst>
              <a:gd name="adj" fmla="val 185638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Parallelogramma 6">
            <a:extLst>
              <a:ext uri="{FF2B5EF4-FFF2-40B4-BE49-F238E27FC236}">
                <a16:creationId xmlns:a16="http://schemas.microsoft.com/office/drawing/2014/main" id="{E6958006-4E1E-4161-B05F-B125F2BC8BF2}"/>
              </a:ext>
            </a:extLst>
          </p:cNvPr>
          <p:cNvSpPr/>
          <p:nvPr/>
        </p:nvSpPr>
        <p:spPr>
          <a:xfrm>
            <a:off x="2505636" y="945528"/>
            <a:ext cx="9473932" cy="1048215"/>
          </a:xfrm>
          <a:prstGeom prst="parallelogram">
            <a:avLst>
              <a:gd name="adj" fmla="val 18035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44AFF9E-4D43-4A71-83FA-49A5BCCD8CF4}"/>
              </a:ext>
            </a:extLst>
          </p:cNvPr>
          <p:cNvSpPr txBox="1"/>
          <p:nvPr/>
        </p:nvSpPr>
        <p:spPr>
          <a:xfrm>
            <a:off x="43593" y="31131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Layer1: </a:t>
            </a:r>
            <a:r>
              <a:rPr lang="it-IT" dirty="0" err="1"/>
              <a:t>Governance</a:t>
            </a:r>
            <a:endParaRPr lang="it-IT" dirty="0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ADF7E429-A711-4F18-A300-5888F0FCA6AA}"/>
              </a:ext>
            </a:extLst>
          </p:cNvPr>
          <p:cNvSpPr txBox="1"/>
          <p:nvPr/>
        </p:nvSpPr>
        <p:spPr>
          <a:xfrm>
            <a:off x="47889" y="2446663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Layer2: FL </a:t>
            </a:r>
            <a:r>
              <a:rPr lang="it-IT" dirty="0" err="1"/>
              <a:t>Orchestration</a:t>
            </a:r>
            <a:endParaRPr lang="it-IT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36BD0ED2-C943-4801-9F97-472A03F4894A}"/>
              </a:ext>
            </a:extLst>
          </p:cNvPr>
          <p:cNvSpPr txBox="1"/>
          <p:nvPr/>
        </p:nvSpPr>
        <p:spPr>
          <a:xfrm>
            <a:off x="57144" y="4476274"/>
            <a:ext cx="253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Layer3: Data Holders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35273463-8269-4900-866F-4A6BAD9CB2E9}"/>
              </a:ext>
            </a:extLst>
          </p:cNvPr>
          <p:cNvSpPr/>
          <p:nvPr/>
        </p:nvSpPr>
        <p:spPr>
          <a:xfrm>
            <a:off x="2505635" y="2033733"/>
            <a:ext cx="9473930" cy="36933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5226FB5-093E-4533-80B8-01E8B894DDD0}"/>
              </a:ext>
            </a:extLst>
          </p:cNvPr>
          <p:cNvSpPr txBox="1"/>
          <p:nvPr/>
        </p:nvSpPr>
        <p:spPr>
          <a:xfrm>
            <a:off x="2505635" y="2033733"/>
            <a:ext cx="9473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DATA PERMIT AUTHORIZATION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AB02277C-7A04-4519-B7CE-AB4E1587F884}"/>
              </a:ext>
            </a:extLst>
          </p:cNvPr>
          <p:cNvSpPr/>
          <p:nvPr/>
        </p:nvSpPr>
        <p:spPr>
          <a:xfrm>
            <a:off x="2858094" y="47625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1CBF9E3-AADD-40DF-9767-893C51242283}"/>
              </a:ext>
            </a:extLst>
          </p:cNvPr>
          <p:cNvSpPr/>
          <p:nvPr/>
        </p:nvSpPr>
        <p:spPr>
          <a:xfrm>
            <a:off x="2962869" y="1571625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National </a:t>
            </a:r>
            <a:r>
              <a:rPr lang="it-IT" sz="1000" dirty="0" err="1">
                <a:solidFill>
                  <a:schemeClr val="tx1"/>
                </a:solidFill>
              </a:rPr>
              <a:t>Priv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2D149AB0-EF2D-4FAD-A219-072AB1E9C856}"/>
              </a:ext>
            </a:extLst>
          </p:cNvPr>
          <p:cNvSpPr/>
          <p:nvPr/>
        </p:nvSpPr>
        <p:spPr>
          <a:xfrm>
            <a:off x="2962869" y="12493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Store</a:t>
            </a: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C80416C0-5CCB-4864-A002-546A63C07168}"/>
              </a:ext>
            </a:extLst>
          </p:cNvPr>
          <p:cNvSpPr/>
          <p:nvPr/>
        </p:nvSpPr>
        <p:spPr>
          <a:xfrm>
            <a:off x="2962869" y="9255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HDAB </a:t>
            </a:r>
            <a:r>
              <a:rPr lang="it-IT" sz="1000" dirty="0" err="1">
                <a:solidFill>
                  <a:schemeClr val="tx1"/>
                </a:solidFill>
              </a:rPr>
              <a:t>Strictness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Lv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AA83CF59-4A70-4313-B11F-DAC93CD9DFE2}"/>
              </a:ext>
            </a:extLst>
          </p:cNvPr>
          <p:cNvSpPr/>
          <p:nvPr/>
        </p:nvSpPr>
        <p:spPr>
          <a:xfrm>
            <a:off x="2962869" y="60165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Bearer</a:t>
            </a:r>
            <a:r>
              <a:rPr lang="it-IT" sz="1000" dirty="0">
                <a:solidFill>
                  <a:schemeClr val="tx1"/>
                </a:solidFill>
              </a:rPr>
              <a:t> Token </a:t>
            </a:r>
            <a:r>
              <a:rPr lang="it-IT" sz="1000" dirty="0" err="1">
                <a:solidFill>
                  <a:schemeClr val="tx1"/>
                </a:solidFill>
              </a:rPr>
              <a:t>Manag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4E680BD4-E525-41B5-B8A2-49FE97A5B1BB}"/>
              </a:ext>
            </a:extLst>
          </p:cNvPr>
          <p:cNvSpPr/>
          <p:nvPr/>
        </p:nvSpPr>
        <p:spPr>
          <a:xfrm>
            <a:off x="2962869" y="27780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OAuth2 / </a:t>
            </a:r>
            <a:r>
              <a:rPr lang="it-IT" sz="1000" dirty="0" err="1">
                <a:solidFill>
                  <a:schemeClr val="tx1"/>
                </a:solidFill>
              </a:rPr>
              <a:t>mTLS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Auth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14FF126-E8E8-4553-9267-0FE13B40CC33}"/>
              </a:ext>
            </a:extLst>
          </p:cNvPr>
          <p:cNvSpPr txBox="1"/>
          <p:nvPr/>
        </p:nvSpPr>
        <p:spPr>
          <a:xfrm>
            <a:off x="2867619" y="2962"/>
            <a:ext cx="20573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HDAB Integration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E58CE7F-EF52-4787-A7A8-1F05500DBAC0}"/>
              </a:ext>
            </a:extLst>
          </p:cNvPr>
          <p:cNvSpPr/>
          <p:nvPr/>
        </p:nvSpPr>
        <p:spPr>
          <a:xfrm>
            <a:off x="5079442" y="52246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68CD3C6-AEC4-4A18-9C8D-A0C7C95642B2}"/>
              </a:ext>
            </a:extLst>
          </p:cNvPr>
          <p:cNvSpPr/>
          <p:nvPr/>
        </p:nvSpPr>
        <p:spPr>
          <a:xfrm>
            <a:off x="5184217" y="1261428"/>
            <a:ext cx="1866900" cy="640948"/>
          </a:xfrm>
          <a:prstGeom prst="roundRect">
            <a:avLst>
              <a:gd name="adj" fmla="val 946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Expiry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Verification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it-IT" sz="1000" dirty="0">
                <a:solidFill>
                  <a:schemeClr val="tx1"/>
                </a:solidFill>
              </a:rPr>
              <a:t>----- </a:t>
            </a:r>
          </a:p>
          <a:p>
            <a:pPr algn="ctr"/>
            <a:r>
              <a:rPr lang="it-IT" sz="1000" dirty="0" err="1">
                <a:solidFill>
                  <a:schemeClr val="tx1"/>
                </a:solidFill>
              </a:rPr>
              <a:t>Strict</a:t>
            </a:r>
            <a:r>
              <a:rPr lang="it-IT" sz="1000" dirty="0">
                <a:solidFill>
                  <a:schemeClr val="tx1"/>
                </a:solidFill>
              </a:rPr>
              <a:t> Mode </a:t>
            </a:r>
            <a:r>
              <a:rPr lang="it-IT" sz="1000" dirty="0" err="1">
                <a:solidFill>
                  <a:schemeClr val="tx1"/>
                </a:solidFill>
              </a:rPr>
              <a:t>Enforcem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5C27DF95-1B77-41EC-AADA-E23D69874228}"/>
              </a:ext>
            </a:extLst>
          </p:cNvPr>
          <p:cNvSpPr/>
          <p:nvPr/>
        </p:nvSpPr>
        <p:spPr>
          <a:xfrm>
            <a:off x="5184217" y="939360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</a:t>
            </a:r>
            <a:r>
              <a:rPr lang="it-IT" sz="1000" dirty="0" err="1">
                <a:solidFill>
                  <a:schemeClr val="tx1"/>
                </a:solidFill>
              </a:rPr>
              <a:t>Categories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5FA7EF59-21D4-4455-BF15-93FE83F4213E}"/>
              </a:ext>
            </a:extLst>
          </p:cNvPr>
          <p:cNvSpPr/>
          <p:nvPr/>
        </p:nvSpPr>
        <p:spPr>
          <a:xfrm>
            <a:off x="5184217" y="615506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Validation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3316AB53-23E5-4F7C-BE71-99B0A6D2D368}"/>
              </a:ext>
            </a:extLst>
          </p:cNvPr>
          <p:cNvSpPr/>
          <p:nvPr/>
        </p:nvSpPr>
        <p:spPr>
          <a:xfrm>
            <a:off x="5184217" y="291656"/>
            <a:ext cx="1866900" cy="319232"/>
          </a:xfrm>
          <a:prstGeom prst="roundRect">
            <a:avLst>
              <a:gd name="adj" fmla="val 96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Permit</a:t>
            </a:r>
            <a:r>
              <a:rPr lang="it-IT" sz="1000" dirty="0">
                <a:solidFill>
                  <a:schemeClr val="tx1"/>
                </a:solidFill>
              </a:rPr>
              <a:t> Lifecycle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09B38D6B-82C9-42D2-AEC9-BC9511897A9A}"/>
              </a:ext>
            </a:extLst>
          </p:cNvPr>
          <p:cNvSpPr txBox="1"/>
          <p:nvPr/>
        </p:nvSpPr>
        <p:spPr>
          <a:xfrm>
            <a:off x="5050576" y="7583"/>
            <a:ext cx="24306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Data </a:t>
            </a:r>
            <a:r>
              <a:rPr lang="it-IT" sz="1000" b="1" dirty="0" err="1"/>
              <a:t>Permit</a:t>
            </a:r>
            <a:r>
              <a:rPr lang="it-IT" sz="1000" b="1" dirty="0"/>
              <a:t> </a:t>
            </a:r>
            <a:r>
              <a:rPr lang="it-IT" sz="1000" b="1" dirty="0" err="1"/>
              <a:t>Manag</a:t>
            </a:r>
            <a:r>
              <a:rPr lang="it-IT" sz="1000" b="1" dirty="0"/>
              <a:t>. (art.56)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A2D13F15-E85C-4F61-92C7-0451E3954DFD}"/>
              </a:ext>
            </a:extLst>
          </p:cNvPr>
          <p:cNvSpPr/>
          <p:nvPr/>
        </p:nvSpPr>
        <p:spPr>
          <a:xfrm>
            <a:off x="7351596" y="52244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29" name="Rettangolo con angoli arrotondati 28">
            <a:extLst>
              <a:ext uri="{FF2B5EF4-FFF2-40B4-BE49-F238E27FC236}">
                <a16:creationId xmlns:a16="http://schemas.microsoft.com/office/drawing/2014/main" id="{B4A611D1-7932-49C3-BED9-181191308227}"/>
              </a:ext>
            </a:extLst>
          </p:cNvPr>
          <p:cNvSpPr/>
          <p:nvPr/>
        </p:nvSpPr>
        <p:spPr>
          <a:xfrm>
            <a:off x="7456371" y="1576244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Pre</a:t>
            </a:r>
            <a:r>
              <a:rPr lang="it-IT" sz="1000" dirty="0">
                <a:solidFill>
                  <a:schemeClr val="tx1"/>
                </a:solidFill>
              </a:rPr>
              <a:t>-Training Filter 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4D828A09-D365-4377-A077-97434635C626}"/>
              </a:ext>
            </a:extLst>
          </p:cNvPr>
          <p:cNvSpPr/>
          <p:nvPr/>
        </p:nvSpPr>
        <p:spPr>
          <a:xfrm>
            <a:off x="7456371" y="12539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B5684609-C1BC-4165-9AEB-1FD1FF2CAEB7}"/>
              </a:ext>
            </a:extLst>
          </p:cNvPr>
          <p:cNvSpPr/>
          <p:nvPr/>
        </p:nvSpPr>
        <p:spPr>
          <a:xfrm>
            <a:off x="7456371" y="9301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Interval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E37E627F-0AFC-40FE-B91B-18530AC34D1D}"/>
              </a:ext>
            </a:extLst>
          </p:cNvPr>
          <p:cNvSpPr/>
          <p:nvPr/>
        </p:nvSpPr>
        <p:spPr>
          <a:xfrm>
            <a:off x="7456371" y="60626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LRU Cache</a:t>
            </a:r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F8900710-7065-4030-8133-3770BC2AA2EB}"/>
              </a:ext>
            </a:extLst>
          </p:cNvPr>
          <p:cNvSpPr/>
          <p:nvPr/>
        </p:nvSpPr>
        <p:spPr>
          <a:xfrm>
            <a:off x="7456371" y="282419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Granularity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A9F6E994-0693-47A9-BC1A-AAECB802040F}"/>
              </a:ext>
            </a:extLst>
          </p:cNvPr>
          <p:cNvSpPr txBox="1"/>
          <p:nvPr/>
        </p:nvSpPr>
        <p:spPr>
          <a:xfrm>
            <a:off x="7363144" y="7581"/>
            <a:ext cx="20429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Opt</a:t>
            </a:r>
            <a:r>
              <a:rPr lang="it-IT" sz="1000" b="1" dirty="0"/>
              <a:t>-Out </a:t>
            </a:r>
            <a:r>
              <a:rPr lang="it-IT" sz="1000" b="1" dirty="0" err="1"/>
              <a:t>Registry</a:t>
            </a:r>
            <a:r>
              <a:rPr lang="it-IT" sz="1000" b="1" dirty="0"/>
              <a:t> (art.71)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332BECC5-D205-456F-B0A9-518DB8BB85CD}"/>
              </a:ext>
            </a:extLst>
          </p:cNvPr>
          <p:cNvSpPr/>
          <p:nvPr/>
        </p:nvSpPr>
        <p:spPr>
          <a:xfrm>
            <a:off x="9526755" y="56863"/>
            <a:ext cx="2066925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DBDC714D-4765-40B3-A77B-A0ABB24354EA}"/>
              </a:ext>
            </a:extLst>
          </p:cNvPr>
          <p:cNvSpPr/>
          <p:nvPr/>
        </p:nvSpPr>
        <p:spPr>
          <a:xfrm>
            <a:off x="9631530" y="1580863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Network </a:t>
            </a:r>
            <a:r>
              <a:rPr lang="it-IT" sz="1000" dirty="0" err="1">
                <a:solidFill>
                  <a:schemeClr val="tx1"/>
                </a:solidFill>
              </a:rPr>
              <a:t>Latency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Sim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F81E82CC-DBD1-4B13-8FFC-20EC6D618D0E}"/>
              </a:ext>
            </a:extLst>
          </p:cNvPr>
          <p:cNvSpPr/>
          <p:nvPr/>
        </p:nvSpPr>
        <p:spPr>
          <a:xfrm>
            <a:off x="9631530" y="12585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Free Model (art. 42)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FCE6685-69ED-4E0D-B3C3-A9917E1E2FE7}"/>
              </a:ext>
            </a:extLst>
          </p:cNvPr>
          <p:cNvSpPr/>
          <p:nvPr/>
        </p:nvSpPr>
        <p:spPr>
          <a:xfrm>
            <a:off x="9631530" y="9347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Per-Country </a:t>
            </a:r>
            <a:r>
              <a:rPr lang="it-IT" sz="1000" dirty="0" err="1">
                <a:solidFill>
                  <a:schemeClr val="tx1"/>
                </a:solidFill>
              </a:rPr>
              <a:t>Constr</a:t>
            </a:r>
            <a:r>
              <a:rPr lang="it-IT" sz="10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F5C816D4-D020-4347-9DE5-A0088C6A539A}"/>
              </a:ext>
            </a:extLst>
          </p:cNvPr>
          <p:cNvSpPr/>
          <p:nvPr/>
        </p:nvSpPr>
        <p:spPr>
          <a:xfrm>
            <a:off x="9631530" y="61088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EU Country </a:t>
            </a:r>
            <a:r>
              <a:rPr lang="it-IT" sz="1000" dirty="0" err="1">
                <a:solidFill>
                  <a:schemeClr val="tx1"/>
                </a:solidFill>
              </a:rPr>
              <a:t>Profiles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6177E41A-7BDB-4477-ABD7-3B5CE8807BA7}"/>
              </a:ext>
            </a:extLst>
          </p:cNvPr>
          <p:cNvSpPr/>
          <p:nvPr/>
        </p:nvSpPr>
        <p:spPr>
          <a:xfrm>
            <a:off x="9631530" y="287038"/>
            <a:ext cx="186690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Muti-HDAB </a:t>
            </a:r>
            <a:r>
              <a:rPr lang="it-IT" sz="1000" dirty="0" err="1">
                <a:solidFill>
                  <a:schemeClr val="tx1"/>
                </a:solidFill>
              </a:rPr>
              <a:t>Sync</a:t>
            </a:r>
            <a:r>
              <a:rPr lang="it-IT" sz="1000" dirty="0">
                <a:solidFill>
                  <a:schemeClr val="tx1"/>
                </a:solidFill>
              </a:rPr>
              <a:t> Prot.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C9B77A6E-7A48-4F28-80BB-2227D5C8A0EC}"/>
              </a:ext>
            </a:extLst>
          </p:cNvPr>
          <p:cNvSpPr txBox="1"/>
          <p:nvPr/>
        </p:nvSpPr>
        <p:spPr>
          <a:xfrm>
            <a:off x="9501359" y="12200"/>
            <a:ext cx="2653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Cross-Border </a:t>
            </a:r>
            <a:r>
              <a:rPr lang="it-IT" sz="1000" b="1" dirty="0" err="1"/>
              <a:t>Coord</a:t>
            </a:r>
            <a:r>
              <a:rPr lang="it-IT" sz="1000" b="1" dirty="0"/>
              <a:t>.  (art.46,50)</a:t>
            </a:r>
          </a:p>
        </p:txBody>
      </p:sp>
      <p:sp>
        <p:nvSpPr>
          <p:cNvPr id="42" name="Rettangolo con angoli arrotondati 41">
            <a:extLst>
              <a:ext uri="{FF2B5EF4-FFF2-40B4-BE49-F238E27FC236}">
                <a16:creationId xmlns:a16="http://schemas.microsoft.com/office/drawing/2014/main" id="{41B82149-5CE8-4535-B79A-B7AD5B10C8CF}"/>
              </a:ext>
            </a:extLst>
          </p:cNvPr>
          <p:cNvSpPr/>
          <p:nvPr/>
        </p:nvSpPr>
        <p:spPr>
          <a:xfrm>
            <a:off x="2858093" y="2474953"/>
            <a:ext cx="1634400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19F70224-39E7-4B7E-BC87-CAE50AAFC613}"/>
              </a:ext>
            </a:extLst>
          </p:cNvPr>
          <p:cNvSpPr txBox="1"/>
          <p:nvPr/>
        </p:nvSpPr>
        <p:spPr>
          <a:xfrm>
            <a:off x="2867618" y="2486448"/>
            <a:ext cx="16248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Aggregation</a:t>
            </a:r>
            <a:r>
              <a:rPr lang="it-IT" sz="1000" b="1" dirty="0"/>
              <a:t> Engine</a:t>
            </a:r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14CB32C4-55B6-4E4A-BAC1-93FD838C7FAA}"/>
              </a:ext>
            </a:extLst>
          </p:cNvPr>
          <p:cNvSpPr/>
          <p:nvPr/>
        </p:nvSpPr>
        <p:spPr>
          <a:xfrm>
            <a:off x="10182231" y="2492660"/>
            <a:ext cx="1631078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5AD04AD-2F68-4544-A0DB-18098C769148}"/>
              </a:ext>
            </a:extLst>
          </p:cNvPr>
          <p:cNvSpPr/>
          <p:nvPr/>
        </p:nvSpPr>
        <p:spPr>
          <a:xfrm>
            <a:off x="8380031" y="2492660"/>
            <a:ext cx="1624934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9FFAC4B6-5D24-459E-BF5C-E13B9DE1F8BE}"/>
              </a:ext>
            </a:extLst>
          </p:cNvPr>
          <p:cNvSpPr/>
          <p:nvPr/>
        </p:nvSpPr>
        <p:spPr>
          <a:xfrm>
            <a:off x="6408127" y="2474953"/>
            <a:ext cx="1749483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3F8CFE0-7491-4269-B12E-221B5D715804}"/>
              </a:ext>
            </a:extLst>
          </p:cNvPr>
          <p:cNvSpPr/>
          <p:nvPr/>
        </p:nvSpPr>
        <p:spPr>
          <a:xfrm>
            <a:off x="4701016" y="2492660"/>
            <a:ext cx="1513153" cy="1887575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74784FCD-0ED3-4F6E-A393-3D4D2BBEDF59}"/>
              </a:ext>
            </a:extLst>
          </p:cNvPr>
          <p:cNvSpPr/>
          <p:nvPr/>
        </p:nvSpPr>
        <p:spPr>
          <a:xfrm>
            <a:off x="2858094" y="2776621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FL </a:t>
            </a:r>
            <a:r>
              <a:rPr lang="it-IT" sz="1000" dirty="0" err="1">
                <a:solidFill>
                  <a:schemeClr val="tx1"/>
                </a:solidFill>
              </a:rPr>
              <a:t>Alghoritms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C4255CB2-145C-4081-8AFF-FB0D3EC0DB0F}"/>
              </a:ext>
            </a:extLst>
          </p:cNvPr>
          <p:cNvSpPr/>
          <p:nvPr/>
        </p:nvSpPr>
        <p:spPr>
          <a:xfrm>
            <a:off x="2842453" y="3747780"/>
            <a:ext cx="1650040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Model </a:t>
            </a:r>
            <a:r>
              <a:rPr lang="it-IT" sz="1000" dirty="0" err="1">
                <a:solidFill>
                  <a:schemeClr val="tx1"/>
                </a:solidFill>
              </a:rPr>
              <a:t>ChaeckPoint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108FBB26-AB83-40F4-BB20-74D55FF7E341}"/>
              </a:ext>
            </a:extLst>
          </p:cNvPr>
          <p:cNvSpPr/>
          <p:nvPr/>
        </p:nvSpPr>
        <p:spPr>
          <a:xfrm>
            <a:off x="2858092" y="342393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Early </a:t>
            </a:r>
            <a:r>
              <a:rPr lang="it-IT" sz="1000" dirty="0" err="1">
                <a:solidFill>
                  <a:schemeClr val="tx1"/>
                </a:solidFill>
              </a:rPr>
              <a:t>Stopping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44F2C9B-8FD1-4B57-85C0-0C748C7468A7}"/>
              </a:ext>
            </a:extLst>
          </p:cNvPr>
          <p:cNvSpPr/>
          <p:nvPr/>
        </p:nvSpPr>
        <p:spPr>
          <a:xfrm>
            <a:off x="2858094" y="3100080"/>
            <a:ext cx="162487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Client </a:t>
            </a:r>
            <a:r>
              <a:rPr lang="it-IT" sz="1000" dirty="0" err="1">
                <a:solidFill>
                  <a:schemeClr val="tx1"/>
                </a:solidFill>
              </a:rPr>
              <a:t>Selection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B3236BE0-D7FB-4B15-9917-42BB76CC02BE}"/>
              </a:ext>
            </a:extLst>
          </p:cNvPr>
          <p:cNvSpPr/>
          <p:nvPr/>
        </p:nvSpPr>
        <p:spPr>
          <a:xfrm>
            <a:off x="4699967" y="2772009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DP-SGD</a:t>
            </a:r>
          </a:p>
        </p:txBody>
      </p:sp>
      <p:sp>
        <p:nvSpPr>
          <p:cNvPr id="57" name="Rettangolo con angoli arrotondati 56">
            <a:extLst>
              <a:ext uri="{FF2B5EF4-FFF2-40B4-BE49-F238E27FC236}">
                <a16:creationId xmlns:a16="http://schemas.microsoft.com/office/drawing/2014/main" id="{084E51EF-FD8F-4203-8172-0838E27D0057}"/>
              </a:ext>
            </a:extLst>
          </p:cNvPr>
          <p:cNvSpPr/>
          <p:nvPr/>
        </p:nvSpPr>
        <p:spPr>
          <a:xfrm>
            <a:off x="4699967" y="3419318"/>
            <a:ext cx="1505472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Byzantine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Resilience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B7BB5571-50D3-4906-B5F2-8FD2AE538647}"/>
              </a:ext>
            </a:extLst>
          </p:cNvPr>
          <p:cNvSpPr/>
          <p:nvPr/>
        </p:nvSpPr>
        <p:spPr>
          <a:xfrm>
            <a:off x="4699966" y="3095468"/>
            <a:ext cx="150547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Aggregation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E11936DD-415A-4943-8DBF-18BC05A4FBE9}"/>
              </a:ext>
            </a:extLst>
          </p:cNvPr>
          <p:cNvSpPr txBox="1"/>
          <p:nvPr/>
        </p:nvSpPr>
        <p:spPr>
          <a:xfrm>
            <a:off x="4732102" y="2500336"/>
            <a:ext cx="14743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Privacy Protection </a:t>
            </a:r>
            <a:r>
              <a:rPr lang="it-IT" sz="1000" b="1" dirty="0" err="1"/>
              <a:t>Mod</a:t>
            </a:r>
            <a:r>
              <a:rPr lang="it-IT" sz="1000" b="1" dirty="0"/>
              <a:t>.</a:t>
            </a:r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C1BFA26A-C4F9-4564-B7A6-8AA61E906E6C}"/>
              </a:ext>
            </a:extLst>
          </p:cNvPr>
          <p:cNvSpPr/>
          <p:nvPr/>
        </p:nvSpPr>
        <p:spPr>
          <a:xfrm>
            <a:off x="3328081" y="4486702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916046F-CC1E-4148-BB1F-64EF0748475A}"/>
              </a:ext>
            </a:extLst>
          </p:cNvPr>
          <p:cNvSpPr/>
          <p:nvPr/>
        </p:nvSpPr>
        <p:spPr>
          <a:xfrm>
            <a:off x="3328079" y="4770773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B9A91527-94F3-47B8-ADB1-41925B1FEE8A}"/>
              </a:ext>
            </a:extLst>
          </p:cNvPr>
          <p:cNvSpPr txBox="1"/>
          <p:nvPr/>
        </p:nvSpPr>
        <p:spPr>
          <a:xfrm>
            <a:off x="3332695" y="4501087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A (Member)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1B7AF030-3773-4AAB-B3EF-5625A178BCFB}"/>
              </a:ext>
            </a:extLst>
          </p:cNvPr>
          <p:cNvSpPr/>
          <p:nvPr/>
        </p:nvSpPr>
        <p:spPr>
          <a:xfrm>
            <a:off x="3328078" y="509847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AB946362-116C-4037-A8EF-7027DA39E64C}"/>
              </a:ext>
            </a:extLst>
          </p:cNvPr>
          <p:cNvSpPr/>
          <p:nvPr/>
        </p:nvSpPr>
        <p:spPr>
          <a:xfrm>
            <a:off x="3328077" y="5421403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2AE2666A-844D-4713-BF66-81E1F070CCFB}"/>
              </a:ext>
            </a:extLst>
          </p:cNvPr>
          <p:cNvSpPr/>
          <p:nvPr/>
        </p:nvSpPr>
        <p:spPr>
          <a:xfrm>
            <a:off x="3328077" y="574653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F9BEFF9E-ACBB-42E0-8E2F-AADBE8DA2684}"/>
              </a:ext>
            </a:extLst>
          </p:cNvPr>
          <p:cNvSpPr/>
          <p:nvPr/>
        </p:nvSpPr>
        <p:spPr>
          <a:xfrm>
            <a:off x="3328076" y="607167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69" name="Rettangolo con angoli arrotondati 68">
            <a:extLst>
              <a:ext uri="{FF2B5EF4-FFF2-40B4-BE49-F238E27FC236}">
                <a16:creationId xmlns:a16="http://schemas.microsoft.com/office/drawing/2014/main" id="{F1E618A6-D8A7-4006-9602-4688C80A5614}"/>
              </a:ext>
            </a:extLst>
          </p:cNvPr>
          <p:cNvSpPr/>
          <p:nvPr/>
        </p:nvSpPr>
        <p:spPr>
          <a:xfrm>
            <a:off x="3332695" y="6399566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0" name="Rettangolo con angoli arrotondati 69">
            <a:extLst>
              <a:ext uri="{FF2B5EF4-FFF2-40B4-BE49-F238E27FC236}">
                <a16:creationId xmlns:a16="http://schemas.microsoft.com/office/drawing/2014/main" id="{2D34C3CF-B838-40BD-A521-B34AA9BC1E22}"/>
              </a:ext>
            </a:extLst>
          </p:cNvPr>
          <p:cNvSpPr/>
          <p:nvPr/>
        </p:nvSpPr>
        <p:spPr>
          <a:xfrm>
            <a:off x="6297577" y="4500558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1" name="Rettangolo con angoli arrotondati 70">
            <a:extLst>
              <a:ext uri="{FF2B5EF4-FFF2-40B4-BE49-F238E27FC236}">
                <a16:creationId xmlns:a16="http://schemas.microsoft.com/office/drawing/2014/main" id="{B046A04B-E543-4CC0-86CF-E92816A55E27}"/>
              </a:ext>
            </a:extLst>
          </p:cNvPr>
          <p:cNvSpPr/>
          <p:nvPr/>
        </p:nvSpPr>
        <p:spPr>
          <a:xfrm>
            <a:off x="6297575" y="478462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01826005-2636-40CC-9A75-0F12D584CD7E}"/>
              </a:ext>
            </a:extLst>
          </p:cNvPr>
          <p:cNvSpPr txBox="1"/>
          <p:nvPr/>
        </p:nvSpPr>
        <p:spPr>
          <a:xfrm>
            <a:off x="6302192" y="4506240"/>
            <a:ext cx="232919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B (Member)</a:t>
            </a:r>
          </a:p>
        </p:txBody>
      </p:sp>
      <p:sp>
        <p:nvSpPr>
          <p:cNvPr id="73" name="Rettangolo con angoli arrotondati 72">
            <a:extLst>
              <a:ext uri="{FF2B5EF4-FFF2-40B4-BE49-F238E27FC236}">
                <a16:creationId xmlns:a16="http://schemas.microsoft.com/office/drawing/2014/main" id="{1BC78E67-9AAE-4014-825B-8F6DC33A699B}"/>
              </a:ext>
            </a:extLst>
          </p:cNvPr>
          <p:cNvSpPr/>
          <p:nvPr/>
        </p:nvSpPr>
        <p:spPr>
          <a:xfrm>
            <a:off x="6297574" y="5112331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74" name="Rettangolo con angoli arrotondati 73">
            <a:extLst>
              <a:ext uri="{FF2B5EF4-FFF2-40B4-BE49-F238E27FC236}">
                <a16:creationId xmlns:a16="http://schemas.microsoft.com/office/drawing/2014/main" id="{7306AB3B-7B0B-4D48-94F0-D044F785CF28}"/>
              </a:ext>
            </a:extLst>
          </p:cNvPr>
          <p:cNvSpPr/>
          <p:nvPr/>
        </p:nvSpPr>
        <p:spPr>
          <a:xfrm>
            <a:off x="6297573" y="5435259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75" name="Rettangolo con angoli arrotondati 74">
            <a:extLst>
              <a:ext uri="{FF2B5EF4-FFF2-40B4-BE49-F238E27FC236}">
                <a16:creationId xmlns:a16="http://schemas.microsoft.com/office/drawing/2014/main" id="{FDBF882B-B684-4EE3-8ED0-A2143F4FDDC1}"/>
              </a:ext>
            </a:extLst>
          </p:cNvPr>
          <p:cNvSpPr/>
          <p:nvPr/>
        </p:nvSpPr>
        <p:spPr>
          <a:xfrm>
            <a:off x="6297573" y="5760395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76" name="Rettangolo con angoli arrotondati 75">
            <a:extLst>
              <a:ext uri="{FF2B5EF4-FFF2-40B4-BE49-F238E27FC236}">
                <a16:creationId xmlns:a16="http://schemas.microsoft.com/office/drawing/2014/main" id="{F35EF129-4EAA-4D5A-B658-910A1C59027C}"/>
              </a:ext>
            </a:extLst>
          </p:cNvPr>
          <p:cNvSpPr/>
          <p:nvPr/>
        </p:nvSpPr>
        <p:spPr>
          <a:xfrm>
            <a:off x="6297572" y="6085531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77" name="Rettangolo con angoli arrotondati 76">
            <a:extLst>
              <a:ext uri="{FF2B5EF4-FFF2-40B4-BE49-F238E27FC236}">
                <a16:creationId xmlns:a16="http://schemas.microsoft.com/office/drawing/2014/main" id="{F48DCB79-6341-4D8A-AB62-E6C38B6DA95E}"/>
              </a:ext>
            </a:extLst>
          </p:cNvPr>
          <p:cNvSpPr/>
          <p:nvPr/>
        </p:nvSpPr>
        <p:spPr>
          <a:xfrm>
            <a:off x="6302191" y="6413422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78" name="Rettangolo con angoli arrotondati 77">
            <a:extLst>
              <a:ext uri="{FF2B5EF4-FFF2-40B4-BE49-F238E27FC236}">
                <a16:creationId xmlns:a16="http://schemas.microsoft.com/office/drawing/2014/main" id="{D68D43DE-9CB7-4D99-AD22-0E9DF06E6120}"/>
              </a:ext>
            </a:extLst>
          </p:cNvPr>
          <p:cNvSpPr/>
          <p:nvPr/>
        </p:nvSpPr>
        <p:spPr>
          <a:xfrm>
            <a:off x="9257836" y="4505175"/>
            <a:ext cx="2333809" cy="2207100"/>
          </a:xfrm>
          <a:prstGeom prst="roundRect">
            <a:avLst>
              <a:gd name="adj" fmla="val 8089"/>
            </a:avLst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000"/>
          </a:p>
        </p:txBody>
      </p:sp>
      <p:sp>
        <p:nvSpPr>
          <p:cNvPr id="79" name="Rettangolo con angoli arrotondati 78">
            <a:extLst>
              <a:ext uri="{FF2B5EF4-FFF2-40B4-BE49-F238E27FC236}">
                <a16:creationId xmlns:a16="http://schemas.microsoft.com/office/drawing/2014/main" id="{5C010454-620D-4603-A22F-951F71C3C0FE}"/>
              </a:ext>
            </a:extLst>
          </p:cNvPr>
          <p:cNvSpPr/>
          <p:nvPr/>
        </p:nvSpPr>
        <p:spPr>
          <a:xfrm>
            <a:off x="9257835" y="4789246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Data Store</a:t>
            </a:r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8195945E-8C47-446B-AD0A-02661B45CB12}"/>
              </a:ext>
            </a:extLst>
          </p:cNvPr>
          <p:cNvSpPr txBox="1"/>
          <p:nvPr/>
        </p:nvSpPr>
        <p:spPr>
          <a:xfrm>
            <a:off x="9257835" y="4519560"/>
            <a:ext cx="23338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Hospital … (Member)</a:t>
            </a:r>
          </a:p>
        </p:txBody>
      </p:sp>
      <p:sp>
        <p:nvSpPr>
          <p:cNvPr id="81" name="Rettangolo con angoli arrotondati 80">
            <a:extLst>
              <a:ext uri="{FF2B5EF4-FFF2-40B4-BE49-F238E27FC236}">
                <a16:creationId xmlns:a16="http://schemas.microsoft.com/office/drawing/2014/main" id="{50801C13-B3D1-496D-B9B0-2171E1EB7A82}"/>
              </a:ext>
            </a:extLst>
          </p:cNvPr>
          <p:cNvSpPr/>
          <p:nvPr/>
        </p:nvSpPr>
        <p:spPr>
          <a:xfrm>
            <a:off x="9257833" y="5116948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OMOP-CDM </a:t>
            </a:r>
            <a:r>
              <a:rPr lang="it-IT" sz="1000" dirty="0" err="1">
                <a:solidFill>
                  <a:schemeClr val="tx1"/>
                </a:solidFill>
              </a:rPr>
              <a:t>Harmonizer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82" name="Rettangolo con angoli arrotondati 81">
            <a:extLst>
              <a:ext uri="{FF2B5EF4-FFF2-40B4-BE49-F238E27FC236}">
                <a16:creationId xmlns:a16="http://schemas.microsoft.com/office/drawing/2014/main" id="{28A5A49A-1E0D-4590-B5C6-027AAF2E4FEF}"/>
              </a:ext>
            </a:extLst>
          </p:cNvPr>
          <p:cNvSpPr/>
          <p:nvPr/>
        </p:nvSpPr>
        <p:spPr>
          <a:xfrm>
            <a:off x="9257832" y="5439876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Local Training Engine</a:t>
            </a:r>
          </a:p>
        </p:txBody>
      </p:sp>
      <p:sp>
        <p:nvSpPr>
          <p:cNvPr id="83" name="Rettangolo con angoli arrotondati 82">
            <a:extLst>
              <a:ext uri="{FF2B5EF4-FFF2-40B4-BE49-F238E27FC236}">
                <a16:creationId xmlns:a16="http://schemas.microsoft.com/office/drawing/2014/main" id="{B7C41F97-EF3D-4D99-ADFB-3E90752D8DF4}"/>
              </a:ext>
            </a:extLst>
          </p:cNvPr>
          <p:cNvSpPr/>
          <p:nvPr/>
        </p:nvSpPr>
        <p:spPr>
          <a:xfrm>
            <a:off x="9257832" y="5765012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Gradient</a:t>
            </a:r>
            <a:r>
              <a:rPr lang="it-IT" sz="1000" dirty="0">
                <a:solidFill>
                  <a:schemeClr val="tx1"/>
                </a:solidFill>
              </a:rPr>
              <a:t> Processing</a:t>
            </a:r>
          </a:p>
        </p:txBody>
      </p:sp>
      <p:sp>
        <p:nvSpPr>
          <p:cNvPr id="84" name="Rettangolo con angoli arrotondati 83">
            <a:extLst>
              <a:ext uri="{FF2B5EF4-FFF2-40B4-BE49-F238E27FC236}">
                <a16:creationId xmlns:a16="http://schemas.microsoft.com/office/drawing/2014/main" id="{3A5C6BD7-2966-4C14-8853-06B8A88E3326}"/>
              </a:ext>
            </a:extLst>
          </p:cNvPr>
          <p:cNvSpPr/>
          <p:nvPr/>
        </p:nvSpPr>
        <p:spPr>
          <a:xfrm>
            <a:off x="9257831" y="6090148"/>
            <a:ext cx="233381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Secure</a:t>
            </a:r>
            <a:r>
              <a:rPr lang="it-IT" sz="1000" dirty="0">
                <a:solidFill>
                  <a:schemeClr val="tx1"/>
                </a:solidFill>
              </a:rPr>
              <a:t> Communication</a:t>
            </a:r>
          </a:p>
        </p:txBody>
      </p:sp>
      <p:sp>
        <p:nvSpPr>
          <p:cNvPr id="85" name="Rettangolo con angoli arrotondati 84">
            <a:extLst>
              <a:ext uri="{FF2B5EF4-FFF2-40B4-BE49-F238E27FC236}">
                <a16:creationId xmlns:a16="http://schemas.microsoft.com/office/drawing/2014/main" id="{53D460E6-12B6-4F31-97B5-35B75FA096FB}"/>
              </a:ext>
            </a:extLst>
          </p:cNvPr>
          <p:cNvSpPr/>
          <p:nvPr/>
        </p:nvSpPr>
        <p:spPr>
          <a:xfrm>
            <a:off x="9262450" y="6418039"/>
            <a:ext cx="2333811" cy="315900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b="1" dirty="0" err="1">
                <a:solidFill>
                  <a:schemeClr val="tx1"/>
                </a:solidFill>
              </a:rPr>
              <a:t>Encrypted</a:t>
            </a:r>
            <a:r>
              <a:rPr lang="it-IT" sz="1000" b="1" dirty="0">
                <a:solidFill>
                  <a:schemeClr val="tx1"/>
                </a:solidFill>
              </a:rPr>
              <a:t> </a:t>
            </a:r>
            <a:r>
              <a:rPr lang="it-IT" sz="1000" b="1" dirty="0" err="1">
                <a:solidFill>
                  <a:schemeClr val="tx1"/>
                </a:solidFill>
              </a:rPr>
              <a:t>Gradients</a:t>
            </a:r>
            <a:endParaRPr lang="it-IT" sz="1000" b="1" dirty="0">
              <a:solidFill>
                <a:schemeClr val="tx1"/>
              </a:solidFill>
            </a:endParaRPr>
          </a:p>
        </p:txBody>
      </p:sp>
      <p:sp>
        <p:nvSpPr>
          <p:cNvPr id="86" name="Rettangolo con angoli arrotondati 85">
            <a:extLst>
              <a:ext uri="{FF2B5EF4-FFF2-40B4-BE49-F238E27FC236}">
                <a16:creationId xmlns:a16="http://schemas.microsoft.com/office/drawing/2014/main" id="{A2E66E56-D6AC-4A08-8856-E12B6C0C2452}"/>
              </a:ext>
            </a:extLst>
          </p:cNvPr>
          <p:cNvSpPr/>
          <p:nvPr/>
        </p:nvSpPr>
        <p:spPr>
          <a:xfrm>
            <a:off x="36945" y="7581"/>
            <a:ext cx="12118112" cy="2422677"/>
          </a:xfrm>
          <a:prstGeom prst="roundRect">
            <a:avLst>
              <a:gd name="adj" fmla="val 4086"/>
            </a:avLst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Rettangolo con angoli arrotondati 86">
            <a:extLst>
              <a:ext uri="{FF2B5EF4-FFF2-40B4-BE49-F238E27FC236}">
                <a16:creationId xmlns:a16="http://schemas.microsoft.com/office/drawing/2014/main" id="{6C1F027C-E87C-4E9C-83E5-95B640F5906E}"/>
              </a:ext>
            </a:extLst>
          </p:cNvPr>
          <p:cNvSpPr/>
          <p:nvPr/>
        </p:nvSpPr>
        <p:spPr>
          <a:xfrm>
            <a:off x="35376" y="2456680"/>
            <a:ext cx="12118112" cy="1991707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8" name="Rettangolo con angoli arrotondati 87">
            <a:extLst>
              <a:ext uri="{FF2B5EF4-FFF2-40B4-BE49-F238E27FC236}">
                <a16:creationId xmlns:a16="http://schemas.microsoft.com/office/drawing/2014/main" id="{0C23B115-B1D6-4BA6-859E-FF146EFB9F4A}"/>
              </a:ext>
            </a:extLst>
          </p:cNvPr>
          <p:cNvSpPr/>
          <p:nvPr/>
        </p:nvSpPr>
        <p:spPr>
          <a:xfrm>
            <a:off x="35376" y="4466660"/>
            <a:ext cx="12118112" cy="2374001"/>
          </a:xfrm>
          <a:prstGeom prst="roundRect">
            <a:avLst>
              <a:gd name="adj" fmla="val 4086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9" name="CasellaDiTesto 88">
            <a:extLst>
              <a:ext uri="{FF2B5EF4-FFF2-40B4-BE49-F238E27FC236}">
                <a16:creationId xmlns:a16="http://schemas.microsoft.com/office/drawing/2014/main" id="{172A0620-096B-4B27-BBDC-70013515B42F}"/>
              </a:ext>
            </a:extLst>
          </p:cNvPr>
          <p:cNvSpPr txBox="1"/>
          <p:nvPr/>
        </p:nvSpPr>
        <p:spPr>
          <a:xfrm>
            <a:off x="6429173" y="2485701"/>
            <a:ext cx="17284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 err="1"/>
              <a:t>Compliance</a:t>
            </a:r>
            <a:r>
              <a:rPr lang="it-IT" sz="1000" b="1" dirty="0"/>
              <a:t> </a:t>
            </a:r>
            <a:r>
              <a:rPr lang="it-IT" sz="1000" b="1" dirty="0" err="1"/>
              <a:t>Module</a:t>
            </a:r>
            <a:endParaRPr lang="it-IT" sz="1000" b="1" dirty="0"/>
          </a:p>
        </p:txBody>
      </p:sp>
      <p:sp>
        <p:nvSpPr>
          <p:cNvPr id="90" name="Rettangolo con angoli arrotondati 89">
            <a:extLst>
              <a:ext uri="{FF2B5EF4-FFF2-40B4-BE49-F238E27FC236}">
                <a16:creationId xmlns:a16="http://schemas.microsoft.com/office/drawing/2014/main" id="{806070B2-252B-4C79-84E8-18DC1F41EB61}"/>
              </a:ext>
            </a:extLst>
          </p:cNvPr>
          <p:cNvSpPr/>
          <p:nvPr/>
        </p:nvSpPr>
        <p:spPr>
          <a:xfrm>
            <a:off x="6419646" y="2750458"/>
            <a:ext cx="172313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GDPR Audit </a:t>
            </a:r>
            <a:r>
              <a:rPr lang="it-IT" sz="1000" dirty="0" err="1">
                <a:solidFill>
                  <a:schemeClr val="tx1"/>
                </a:solidFill>
              </a:rPr>
              <a:t>Logging</a:t>
            </a:r>
            <a:r>
              <a:rPr lang="it-IT" sz="1000" dirty="0">
                <a:solidFill>
                  <a:schemeClr val="tx1"/>
                </a:solidFill>
              </a:rPr>
              <a:t> (art.30)</a:t>
            </a: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4E5E0B54-08DE-449F-B6B6-B7C6C9B2D1CF}"/>
              </a:ext>
            </a:extLst>
          </p:cNvPr>
          <p:cNvSpPr/>
          <p:nvPr/>
        </p:nvSpPr>
        <p:spPr>
          <a:xfrm>
            <a:off x="6419644" y="3397767"/>
            <a:ext cx="172313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Opt</a:t>
            </a:r>
            <a:r>
              <a:rPr lang="it-IT" sz="1000" dirty="0">
                <a:solidFill>
                  <a:schemeClr val="tx1"/>
                </a:solidFill>
              </a:rPr>
              <a:t>-Out Enforcement</a:t>
            </a:r>
          </a:p>
        </p:txBody>
      </p:sp>
      <p:sp>
        <p:nvSpPr>
          <p:cNvPr id="92" name="Rettangolo con angoli arrotondati 91">
            <a:extLst>
              <a:ext uri="{FF2B5EF4-FFF2-40B4-BE49-F238E27FC236}">
                <a16:creationId xmlns:a16="http://schemas.microsoft.com/office/drawing/2014/main" id="{226E78CA-3178-4827-BA02-7A44E92F6B31}"/>
              </a:ext>
            </a:extLst>
          </p:cNvPr>
          <p:cNvSpPr/>
          <p:nvPr/>
        </p:nvSpPr>
        <p:spPr>
          <a:xfrm>
            <a:off x="6419646" y="3073917"/>
            <a:ext cx="172313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Purpose </a:t>
            </a:r>
            <a:r>
              <a:rPr lang="it-IT" sz="1000" dirty="0" err="1">
                <a:solidFill>
                  <a:schemeClr val="tx1"/>
                </a:solidFill>
              </a:rPr>
              <a:t>Limitation</a:t>
            </a:r>
            <a:r>
              <a:rPr lang="it-IT" sz="1000" dirty="0">
                <a:solidFill>
                  <a:schemeClr val="tx1"/>
                </a:solidFill>
              </a:rPr>
              <a:t> check (art.53)</a:t>
            </a: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442F271E-6FF7-438C-8021-F2468B9CD316}"/>
              </a:ext>
            </a:extLst>
          </p:cNvPr>
          <p:cNvSpPr/>
          <p:nvPr/>
        </p:nvSpPr>
        <p:spPr>
          <a:xfrm>
            <a:off x="6428812" y="3734422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Anonymous </a:t>
            </a:r>
            <a:r>
              <a:rPr lang="it-IT" sz="1000" dirty="0" err="1">
                <a:solidFill>
                  <a:schemeClr val="tx1"/>
                </a:solidFill>
              </a:rPr>
              <a:t>Assessment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4" name="Rettangolo con angoli arrotondati 93">
            <a:extLst>
              <a:ext uri="{FF2B5EF4-FFF2-40B4-BE49-F238E27FC236}">
                <a16:creationId xmlns:a16="http://schemas.microsoft.com/office/drawing/2014/main" id="{8389B184-D254-4048-870D-4FA999F160BC}"/>
              </a:ext>
            </a:extLst>
          </p:cNvPr>
          <p:cNvSpPr/>
          <p:nvPr/>
        </p:nvSpPr>
        <p:spPr>
          <a:xfrm>
            <a:off x="6420080" y="4037129"/>
            <a:ext cx="1731427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EHDS </a:t>
            </a:r>
            <a:r>
              <a:rPr lang="it-IT" sz="1000" dirty="0" err="1">
                <a:solidFill>
                  <a:schemeClr val="tx1"/>
                </a:solidFill>
              </a:rPr>
              <a:t>Compliance</a:t>
            </a:r>
            <a:r>
              <a:rPr lang="it-IT" sz="1000" dirty="0">
                <a:solidFill>
                  <a:schemeClr val="tx1"/>
                </a:solidFill>
              </a:rPr>
              <a:t> Report</a:t>
            </a:r>
          </a:p>
        </p:txBody>
      </p:sp>
      <p:sp>
        <p:nvSpPr>
          <p:cNvPr id="95" name="CasellaDiTesto 94">
            <a:extLst>
              <a:ext uri="{FF2B5EF4-FFF2-40B4-BE49-F238E27FC236}">
                <a16:creationId xmlns:a16="http://schemas.microsoft.com/office/drawing/2014/main" id="{B730E1D3-AE50-4BBE-932A-EFA3051127A8}"/>
              </a:ext>
            </a:extLst>
          </p:cNvPr>
          <p:cNvSpPr txBox="1"/>
          <p:nvPr/>
        </p:nvSpPr>
        <p:spPr>
          <a:xfrm>
            <a:off x="8378982" y="2500206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Communication </a:t>
            </a:r>
            <a:r>
              <a:rPr lang="it-IT" sz="1000" b="1" dirty="0" err="1"/>
              <a:t>Infrastr</a:t>
            </a:r>
            <a:r>
              <a:rPr lang="it-IT" sz="1000" b="1" dirty="0"/>
              <a:t>.</a:t>
            </a:r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00414476-BB01-4ED2-ABDF-48CF11327E54}"/>
              </a:ext>
            </a:extLst>
          </p:cNvPr>
          <p:cNvSpPr/>
          <p:nvPr/>
        </p:nvSpPr>
        <p:spPr>
          <a:xfrm>
            <a:off x="8378982" y="3411624"/>
            <a:ext cx="162598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Compression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7" name="Rettangolo con angoli arrotondati 96">
            <a:extLst>
              <a:ext uri="{FF2B5EF4-FFF2-40B4-BE49-F238E27FC236}">
                <a16:creationId xmlns:a16="http://schemas.microsoft.com/office/drawing/2014/main" id="{E681858E-81EF-458A-BE94-8D03782AE214}"/>
              </a:ext>
            </a:extLst>
          </p:cNvPr>
          <p:cNvSpPr/>
          <p:nvPr/>
        </p:nvSpPr>
        <p:spPr>
          <a:xfrm>
            <a:off x="8385113" y="3748279"/>
            <a:ext cx="162751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Chunking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98" name="Rettangolo con angoli arrotondati 97">
            <a:extLst>
              <a:ext uri="{FF2B5EF4-FFF2-40B4-BE49-F238E27FC236}">
                <a16:creationId xmlns:a16="http://schemas.microsoft.com/office/drawing/2014/main" id="{63D8450F-A6DB-428C-BA13-B64F9521798C}"/>
              </a:ext>
            </a:extLst>
          </p:cNvPr>
          <p:cNvSpPr/>
          <p:nvPr/>
        </p:nvSpPr>
        <p:spPr>
          <a:xfrm>
            <a:off x="8379009" y="4058638"/>
            <a:ext cx="1642349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Security | </a:t>
            </a:r>
            <a:r>
              <a:rPr lang="it-IT" sz="1000" dirty="0" err="1">
                <a:solidFill>
                  <a:schemeClr val="tx1"/>
                </a:solidFill>
              </a:rPr>
              <a:t>Retry</a:t>
            </a:r>
            <a:r>
              <a:rPr lang="it-IT" sz="1000" dirty="0">
                <a:solidFill>
                  <a:schemeClr val="tx1"/>
                </a:solidFill>
              </a:rPr>
              <a:t> | </a:t>
            </a:r>
            <a:r>
              <a:rPr lang="it-IT" sz="1000" dirty="0" err="1">
                <a:solidFill>
                  <a:schemeClr val="tx1"/>
                </a:solidFill>
              </a:rPr>
              <a:t>Mess</a:t>
            </a:r>
            <a:r>
              <a:rPr lang="it-IT" sz="1000" dirty="0">
                <a:solidFill>
                  <a:schemeClr val="tx1"/>
                </a:solidFill>
              </a:rPr>
              <a:t>. </a:t>
            </a:r>
            <a:r>
              <a:rPr lang="it-IT" sz="1000" dirty="0" err="1">
                <a:solidFill>
                  <a:schemeClr val="tx1"/>
                </a:solidFill>
              </a:rPr>
              <a:t>Type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2" name="Rettangolo con angoli arrotondati 101">
            <a:extLst>
              <a:ext uri="{FF2B5EF4-FFF2-40B4-BE49-F238E27FC236}">
                <a16:creationId xmlns:a16="http://schemas.microsoft.com/office/drawing/2014/main" id="{3F273040-A2A8-4E0F-9B3A-2F2340284BAD}"/>
              </a:ext>
            </a:extLst>
          </p:cNvPr>
          <p:cNvSpPr/>
          <p:nvPr/>
        </p:nvSpPr>
        <p:spPr>
          <a:xfrm>
            <a:off x="8378982" y="2751220"/>
            <a:ext cx="1624933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gRPC</a:t>
            </a:r>
            <a:r>
              <a:rPr lang="it-IT" sz="1000" dirty="0">
                <a:solidFill>
                  <a:schemeClr val="tx1"/>
                </a:solidFill>
              </a:rPr>
              <a:t> </a:t>
            </a:r>
            <a:r>
              <a:rPr lang="it-IT" sz="1000" dirty="0" err="1">
                <a:solidFill>
                  <a:schemeClr val="tx1"/>
                </a:solidFill>
              </a:rPr>
              <a:t>Bidirectional</a:t>
            </a:r>
            <a:r>
              <a:rPr lang="it-IT" sz="1000" dirty="0">
                <a:solidFill>
                  <a:schemeClr val="tx1"/>
                </a:solidFill>
              </a:rPr>
              <a:t> Streaming</a:t>
            </a:r>
          </a:p>
        </p:txBody>
      </p:sp>
      <p:sp>
        <p:nvSpPr>
          <p:cNvPr id="103" name="Rettangolo con angoli arrotondati 102">
            <a:extLst>
              <a:ext uri="{FF2B5EF4-FFF2-40B4-BE49-F238E27FC236}">
                <a16:creationId xmlns:a16="http://schemas.microsoft.com/office/drawing/2014/main" id="{0E6C2C96-3DCF-405A-966F-8CFA817096AF}"/>
              </a:ext>
            </a:extLst>
          </p:cNvPr>
          <p:cNvSpPr/>
          <p:nvPr/>
        </p:nvSpPr>
        <p:spPr>
          <a:xfrm>
            <a:off x="8378982" y="3074499"/>
            <a:ext cx="1624934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 err="1">
                <a:solidFill>
                  <a:schemeClr val="tx1"/>
                </a:solidFill>
              </a:rPr>
              <a:t>WebSocket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4" name="CasellaDiTesto 103">
            <a:extLst>
              <a:ext uri="{FF2B5EF4-FFF2-40B4-BE49-F238E27FC236}">
                <a16:creationId xmlns:a16="http://schemas.microsoft.com/office/drawing/2014/main" id="{9631C340-5700-4431-A3A1-E5365841994C}"/>
              </a:ext>
            </a:extLst>
          </p:cNvPr>
          <p:cNvSpPr txBox="1"/>
          <p:nvPr/>
        </p:nvSpPr>
        <p:spPr>
          <a:xfrm>
            <a:off x="10181182" y="2495547"/>
            <a:ext cx="1632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000" b="1" dirty="0"/>
              <a:t>Monitoring &amp; </a:t>
            </a:r>
            <a:r>
              <a:rPr lang="it-IT" sz="1000" b="1" dirty="0" err="1"/>
              <a:t>Metrics</a:t>
            </a:r>
            <a:endParaRPr lang="it-IT" sz="1000" b="1" dirty="0"/>
          </a:p>
        </p:txBody>
      </p:sp>
      <p:sp>
        <p:nvSpPr>
          <p:cNvPr id="105" name="Rettangolo con angoli arrotondati 104">
            <a:extLst>
              <a:ext uri="{FF2B5EF4-FFF2-40B4-BE49-F238E27FC236}">
                <a16:creationId xmlns:a16="http://schemas.microsoft.com/office/drawing/2014/main" id="{21C55244-E9AA-488C-B731-FC7660F23F71}"/>
              </a:ext>
            </a:extLst>
          </p:cNvPr>
          <p:cNvSpPr/>
          <p:nvPr/>
        </p:nvSpPr>
        <p:spPr>
          <a:xfrm>
            <a:off x="10181182" y="3425484"/>
            <a:ext cx="163107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Privacy Budget</a:t>
            </a:r>
          </a:p>
        </p:txBody>
      </p:sp>
      <p:sp>
        <p:nvSpPr>
          <p:cNvPr id="106" name="Rettangolo con angoli arrotondati 105">
            <a:extLst>
              <a:ext uri="{FF2B5EF4-FFF2-40B4-BE49-F238E27FC236}">
                <a16:creationId xmlns:a16="http://schemas.microsoft.com/office/drawing/2014/main" id="{BB241E2C-7B28-48EE-9983-F51384E28132}"/>
              </a:ext>
            </a:extLst>
          </p:cNvPr>
          <p:cNvSpPr/>
          <p:nvPr/>
        </p:nvSpPr>
        <p:spPr>
          <a:xfrm>
            <a:off x="10178888" y="3762139"/>
            <a:ext cx="163442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Participation Tracking</a:t>
            </a:r>
          </a:p>
        </p:txBody>
      </p:sp>
      <p:sp>
        <p:nvSpPr>
          <p:cNvPr id="107" name="Rettangolo con angoli arrotondati 106">
            <a:extLst>
              <a:ext uri="{FF2B5EF4-FFF2-40B4-BE49-F238E27FC236}">
                <a16:creationId xmlns:a16="http://schemas.microsoft.com/office/drawing/2014/main" id="{67796391-B885-4240-A2D5-9050B1959F5D}"/>
              </a:ext>
            </a:extLst>
          </p:cNvPr>
          <p:cNvSpPr/>
          <p:nvPr/>
        </p:nvSpPr>
        <p:spPr>
          <a:xfrm>
            <a:off x="10181514" y="4072498"/>
            <a:ext cx="1631795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Resource </a:t>
            </a:r>
            <a:r>
              <a:rPr lang="it-IT" sz="1000" dirty="0" err="1">
                <a:solidFill>
                  <a:schemeClr val="tx1"/>
                </a:solidFill>
              </a:rPr>
              <a:t>Utiliz</a:t>
            </a:r>
            <a:r>
              <a:rPr lang="it-IT" sz="1000" dirty="0">
                <a:solidFill>
                  <a:schemeClr val="tx1"/>
                </a:solidFill>
              </a:rPr>
              <a:t>. | </a:t>
            </a:r>
            <a:r>
              <a:rPr lang="it-IT" sz="1000" dirty="0" err="1">
                <a:solidFill>
                  <a:schemeClr val="tx1"/>
                </a:solidFill>
              </a:rPr>
              <a:t>Structlog</a:t>
            </a:r>
            <a:r>
              <a:rPr lang="it-IT" sz="1000" dirty="0">
                <a:solidFill>
                  <a:schemeClr val="tx1"/>
                </a:solidFill>
              </a:rPr>
              <a:t> ! </a:t>
            </a:r>
            <a:r>
              <a:rPr lang="it-IT" sz="1000" dirty="0" err="1">
                <a:solidFill>
                  <a:schemeClr val="tx1"/>
                </a:solidFill>
              </a:rPr>
              <a:t>Streamlit</a:t>
            </a:r>
            <a:r>
              <a:rPr lang="it-IT" sz="1000" dirty="0">
                <a:solidFill>
                  <a:schemeClr val="tx1"/>
                </a:solidFill>
              </a:rPr>
              <a:t> Dashboard</a:t>
            </a:r>
          </a:p>
        </p:txBody>
      </p:sp>
      <p:sp>
        <p:nvSpPr>
          <p:cNvPr id="108" name="Rettangolo con angoli arrotondati 107">
            <a:extLst>
              <a:ext uri="{FF2B5EF4-FFF2-40B4-BE49-F238E27FC236}">
                <a16:creationId xmlns:a16="http://schemas.microsoft.com/office/drawing/2014/main" id="{4C731B6B-C7A9-4B35-AF73-EDF2327E6674}"/>
              </a:ext>
            </a:extLst>
          </p:cNvPr>
          <p:cNvSpPr/>
          <p:nvPr/>
        </p:nvSpPr>
        <p:spPr>
          <a:xfrm>
            <a:off x="10185802" y="2755844"/>
            <a:ext cx="1626458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Training </a:t>
            </a:r>
            <a:r>
              <a:rPr lang="it-IT" sz="1000" dirty="0" err="1">
                <a:solidFill>
                  <a:schemeClr val="tx1"/>
                </a:solidFill>
              </a:rPr>
              <a:t>Convergence</a:t>
            </a:r>
            <a:endParaRPr lang="it-IT" sz="1000" dirty="0">
              <a:solidFill>
                <a:schemeClr val="tx1"/>
              </a:solidFill>
            </a:endParaRPr>
          </a:p>
        </p:txBody>
      </p:sp>
      <p:sp>
        <p:nvSpPr>
          <p:cNvPr id="109" name="Rettangolo con angoli arrotondati 108">
            <a:extLst>
              <a:ext uri="{FF2B5EF4-FFF2-40B4-BE49-F238E27FC236}">
                <a16:creationId xmlns:a16="http://schemas.microsoft.com/office/drawing/2014/main" id="{57CB57E2-2287-4223-9794-7FA8A9767898}"/>
              </a:ext>
            </a:extLst>
          </p:cNvPr>
          <p:cNvSpPr/>
          <p:nvPr/>
        </p:nvSpPr>
        <p:spPr>
          <a:xfrm>
            <a:off x="10185799" y="3088359"/>
            <a:ext cx="1626461" cy="3159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000" dirty="0">
                <a:solidFill>
                  <a:schemeClr val="tx1"/>
                </a:solidFill>
              </a:rPr>
              <a:t>Communication Cost</a:t>
            </a:r>
          </a:p>
        </p:txBody>
      </p:sp>
    </p:spTree>
    <p:extLst>
      <p:ext uri="{BB962C8B-B14F-4D97-AF65-F5344CB8AC3E}">
        <p14:creationId xmlns:p14="http://schemas.microsoft.com/office/powerpoint/2010/main" val="42817026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D65C89AF7B4F1459F93F161312FB19B" ma:contentTypeVersion="18" ma:contentTypeDescription="Creare un nuovo documento." ma:contentTypeScope="" ma:versionID="fcdd580472fb31ec9bf33b65718e17ea">
  <xsd:schema xmlns:xsd="http://www.w3.org/2001/XMLSchema" xmlns:xs="http://www.w3.org/2001/XMLSchema" xmlns:p="http://schemas.microsoft.com/office/2006/metadata/properties" xmlns:ns3="94d2f9b8-77bc-4f2b-bb70-861e498a49cc" xmlns:ns4="aa705ed4-dc95-4468-8f11-8f368b237bda" targetNamespace="http://schemas.microsoft.com/office/2006/metadata/properties" ma:root="true" ma:fieldsID="aa69c65771c549eabce53540edf481a8" ns3:_="" ns4:_="">
    <xsd:import namespace="94d2f9b8-77bc-4f2b-bb70-861e498a49cc"/>
    <xsd:import namespace="aa705ed4-dc95-4468-8f11-8f368b237bd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d2f9b8-77bc-4f2b-bb70-861e498a49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705ed4-dc95-4468-8f11-8f368b237bd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suggerimento condivisione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4d2f9b8-77bc-4f2b-bb70-861e498a49cc" xsi:nil="true"/>
  </documentManagement>
</p:properties>
</file>

<file path=customXml/itemProps1.xml><?xml version="1.0" encoding="utf-8"?>
<ds:datastoreItem xmlns:ds="http://schemas.openxmlformats.org/officeDocument/2006/customXml" ds:itemID="{EBFB6916-1A75-4851-A2DD-36E7A5BC27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d2f9b8-77bc-4f2b-bb70-861e498a49cc"/>
    <ds:schemaRef ds:uri="aa705ed4-dc95-4468-8f11-8f368b237b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E131E4-56C7-4AF6-BAF0-4EF29EEC4A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713C05-E084-41EB-9CF5-73759149100B}">
  <ds:schemaRefs>
    <ds:schemaRef ds:uri="http://schemas.microsoft.com/office/infopath/2007/PartnerControls"/>
    <ds:schemaRef ds:uri="http://purl.org/dc/terms/"/>
    <ds:schemaRef ds:uri="http://www.w3.org/XML/1998/namespace"/>
    <ds:schemaRef ds:uri="http://schemas.openxmlformats.org/package/2006/metadata/core-properties"/>
    <ds:schemaRef ds:uri="94d2f9b8-77bc-4f2b-bb70-861e498a49cc"/>
    <ds:schemaRef ds:uri="http://purl.org/dc/dcmitype/"/>
    <ds:schemaRef ds:uri="http://schemas.microsoft.com/office/2006/documentManagement/types"/>
    <ds:schemaRef ds:uri="aa705ed4-dc95-4468-8f11-8f368b237bda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721</Words>
  <Application>Microsoft Office PowerPoint</Application>
  <PresentationFormat>Widescreen</PresentationFormat>
  <Paragraphs>234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Liberti Fabio</dc:creator>
  <cp:lastModifiedBy>Liberti Fabio</cp:lastModifiedBy>
  <cp:revision>5</cp:revision>
  <dcterms:created xsi:type="dcterms:W3CDTF">2026-02-18T09:17:37Z</dcterms:created>
  <dcterms:modified xsi:type="dcterms:W3CDTF">2026-02-18T12:51:57Z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0x0101009D65C89AF7B4F1459F93F161312FB19B</vt:lpwstr>
  </property>
</Properties>
</file>