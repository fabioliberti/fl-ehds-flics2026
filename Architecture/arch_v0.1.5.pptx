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66" r:id="rId6"/>
    <p:sldId id="265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HDS Interoperability" id="{9E7265C5-9FC5-43B0-B90A-F1B37CBC2497}">
          <p14:sldIdLst>
            <p14:sldId id="263"/>
          </p14:sldIdLst>
        </p14:section>
        <p14:section name="Architecture OK" id="{EB924100-1782-48B9-A88D-2272EC8B0410}">
          <p14:sldIdLst>
            <p14:sldId id="266"/>
          </p14:sldIdLst>
        </p14:section>
        <p14:section name="BK&amp;OLDS" id="{AEBB7C26-BF0B-44CD-ABEA-A03B75F9A054}">
          <p14:sldIdLst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6" autoAdjust="0"/>
    <p:restoredTop sz="94660"/>
  </p:normalViewPr>
  <p:slideViewPr>
    <p:cSldViewPr snapToGrid="0">
      <p:cViewPr>
        <p:scale>
          <a:sx n="100" d="100"/>
          <a:sy n="100" d="100"/>
        </p:scale>
        <p:origin x="3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custSel addSld delSld modSld delSection modSection">
      <pc:chgData name="Liberti Fabio" userId="ef726a5d-13e2-428c-9f01-791252c36c9c" providerId="ADAL" clId="{1AA501D7-C329-475C-AD82-01BFA4C95493}" dt="2026-02-18T16:57:28.821" v="2516" actId="1036"/>
      <pc:docMkLst>
        <pc:docMk/>
      </pc:docMkLst>
      <pc:sldChg chg="addSp delSp modSp">
        <pc:chgData name="Liberti Fabio" userId="ef726a5d-13e2-428c-9f01-791252c36c9c" providerId="ADAL" clId="{1AA501D7-C329-475C-AD82-01BFA4C95493}" dt="2026-02-18T16:57:28.821" v="2516" actId="1036"/>
        <pc:sldMkLst>
          <pc:docMk/>
          <pc:sldMk cId="1592720331" sldId="263"/>
        </pc:sldMkLst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" creationId="{C35CED0E-E9E0-41D0-A599-90C3CD9019D2}"/>
          </ac:spMkLst>
        </pc:spChg>
        <pc:spChg chg="del mod or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" creationId="{1FE449AC-B8D3-4983-9F3D-B30837F23E97}"/>
          </ac:spMkLst>
        </pc:spChg>
        <pc:spChg chg="del mod">
          <ac:chgData name="Liberti Fabio" userId="ef726a5d-13e2-428c-9f01-791252c36c9c" providerId="ADAL" clId="{1AA501D7-C329-475C-AD82-01BFA4C95493}" dt="2026-02-18T16:14:58.229" v="783" actId="478"/>
          <ac:spMkLst>
            <pc:docMk/>
            <pc:sldMk cId="1592720331" sldId="263"/>
            <ac:spMk id="7" creationId="{E6958006-4E1E-4161-B05F-B125F2BC8BF2}"/>
          </ac:spMkLst>
        </pc:spChg>
        <pc:spChg chg="mod">
          <ac:chgData name="Liberti Fabio" userId="ef726a5d-13e2-428c-9f01-791252c36c9c" providerId="ADAL" clId="{1AA501D7-C329-475C-AD82-01BFA4C95493}" dt="2026-02-18T16:57:02.110" v="2510" actId="14100"/>
          <ac:spMkLst>
            <pc:docMk/>
            <pc:sldMk cId="1592720331" sldId="263"/>
            <ac:spMk id="8" creationId="{144AFF9E-4D43-4A71-83FA-49A5BCCD8CF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" creationId="{ADF7E429-A711-4F18-A300-5888F0FCA6AA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" creationId="{36BD0ED2-C943-4801-9F97-472A03F4894A}"/>
          </ac:spMkLst>
        </pc:spChg>
        <pc:spChg chg="del mod">
          <ac:chgData name="Liberti Fabio" userId="ef726a5d-13e2-428c-9f01-791252c36c9c" providerId="ADAL" clId="{1AA501D7-C329-475C-AD82-01BFA4C95493}" dt="2026-02-18T16:14:54.843" v="782" actId="478"/>
          <ac:spMkLst>
            <pc:docMk/>
            <pc:sldMk cId="1592720331" sldId="263"/>
            <ac:spMk id="11" creationId="{35273463-8269-4900-866F-4A6BAD9CB2E9}"/>
          </ac:spMkLst>
        </pc:spChg>
        <pc:spChg chg="del mod">
          <ac:chgData name="Liberti Fabio" userId="ef726a5d-13e2-428c-9f01-791252c36c9c" providerId="ADAL" clId="{1AA501D7-C329-475C-AD82-01BFA4C95493}" dt="2026-02-18T16:14:52.749" v="781" actId="478"/>
          <ac:spMkLst>
            <pc:docMk/>
            <pc:sldMk cId="1592720331" sldId="263"/>
            <ac:spMk id="12" creationId="{F5226FB5-093E-4533-80B8-01E8B894DDD0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13" creationId="{D1CBF9E3-AADD-40DF-9767-893C51242283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14" creationId="{2D149AB0-EF2D-4FAD-A219-072AB1E9C856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15" creationId="{C80416C0-5CCB-4864-A002-546A63C07168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16" creationId="{AA83CF59-4A70-4313-B11F-DAC93CD9DFE2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17" creationId="{4E680BD4-E525-41B5-B8A2-49FE97A5B1BB}"/>
          </ac:spMkLst>
        </pc:spChg>
        <pc:spChg chg="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9" creationId="{AB02277C-7A04-4519-B7CE-AB4E1587F884}"/>
          </ac:spMkLst>
        </pc:spChg>
        <pc:spChg chg="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20" creationId="{414FF126-E8E8-4553-9267-0FE13B40CC33}"/>
          </ac:spMkLst>
        </pc:spChg>
        <pc:spChg chg="del mod">
          <ac:chgData name="Liberti Fabio" userId="ef726a5d-13e2-428c-9f01-791252c36c9c" providerId="ADAL" clId="{1AA501D7-C329-475C-AD82-01BFA4C95493}" dt="2026-02-18T16:15:48.126" v="794" actId="478"/>
          <ac:spMkLst>
            <pc:docMk/>
            <pc:sldMk cId="1592720331" sldId="263"/>
            <ac:spMk id="21" creationId="{4E58CE7F-EF52-4787-A7A8-1F05500DBAC0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23" creationId="{468CD3C6-AEC4-4A18-9C8D-A0C7C95642B2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24" creationId="{5C27DF95-1B77-41EC-AADA-E23D69874228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25" creationId="{5FA7EF59-21D4-4455-BF15-93FE83F4213E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26" creationId="{3316AB53-23E5-4F7C-BE71-99B0A6D2D368}"/>
          </ac:spMkLst>
        </pc:spChg>
        <pc:spChg chg="del mod">
          <ac:chgData name="Liberti Fabio" userId="ef726a5d-13e2-428c-9f01-791252c36c9c" providerId="ADAL" clId="{1AA501D7-C329-475C-AD82-01BFA4C95493}" dt="2026-02-18T16:15:42.882" v="793" actId="478"/>
          <ac:spMkLst>
            <pc:docMk/>
            <pc:sldMk cId="1592720331" sldId="263"/>
            <ac:spMk id="27" creationId="{09B38D6B-82C9-42D2-AEC9-BC9511897A9A}"/>
          </ac:spMkLst>
        </pc:spChg>
        <pc:spChg chg="del mod">
          <ac:chgData name="Liberti Fabio" userId="ef726a5d-13e2-428c-9f01-791252c36c9c" providerId="ADAL" clId="{1AA501D7-C329-475C-AD82-01BFA4C95493}" dt="2026-02-18T16:15:48.126" v="794" actId="478"/>
          <ac:spMkLst>
            <pc:docMk/>
            <pc:sldMk cId="1592720331" sldId="263"/>
            <ac:spMk id="28" creationId="{A2D13F15-E85C-4F61-92C7-0451E3954DFD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29" creationId="{B4A611D1-7932-49C3-BED9-181191308227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0" creationId="{4D828A09-D365-4377-A077-97434635C626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1" creationId="{B5684609-C1BC-4165-9AEB-1FD1FF2CAEB7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2" creationId="{E37E627F-0AFC-40FE-B91B-18530AC34D1D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3" creationId="{F8900710-7065-4030-8133-3770BC2AA2EB}"/>
          </ac:spMkLst>
        </pc:spChg>
        <pc:spChg chg="del mod">
          <ac:chgData name="Liberti Fabio" userId="ef726a5d-13e2-428c-9f01-791252c36c9c" providerId="ADAL" clId="{1AA501D7-C329-475C-AD82-01BFA4C95493}" dt="2026-02-18T16:15:42.882" v="793" actId="478"/>
          <ac:spMkLst>
            <pc:docMk/>
            <pc:sldMk cId="1592720331" sldId="263"/>
            <ac:spMk id="34" creationId="{A9F6E994-0693-47A9-BC1A-AAECB802040F}"/>
          </ac:spMkLst>
        </pc:spChg>
        <pc:spChg chg="del mod">
          <ac:chgData name="Liberti Fabio" userId="ef726a5d-13e2-428c-9f01-791252c36c9c" providerId="ADAL" clId="{1AA501D7-C329-475C-AD82-01BFA4C95493}" dt="2026-02-18T16:15:48.126" v="794" actId="478"/>
          <ac:spMkLst>
            <pc:docMk/>
            <pc:sldMk cId="1592720331" sldId="263"/>
            <ac:spMk id="35" creationId="{332BECC5-D205-456F-B0A9-518DB8BB85CD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6" creationId="{DBDC714D-4765-40B3-A77B-A0ABB24354EA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7" creationId="{F81E82CC-DBD1-4B13-8FFC-20EC6D618D0E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8" creationId="{0FCE6685-69ED-4E0D-B3C3-A9917E1E2FE7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39" creationId="{F5C816D4-D020-4347-9DE5-A0088C6A539A}"/>
          </ac:spMkLst>
        </pc:spChg>
        <pc:spChg chg="del mod">
          <ac:chgData name="Liberti Fabio" userId="ef726a5d-13e2-428c-9f01-791252c36c9c" providerId="ADAL" clId="{1AA501D7-C329-475C-AD82-01BFA4C95493}" dt="2026-02-18T16:14:31.277" v="770" actId="478"/>
          <ac:spMkLst>
            <pc:docMk/>
            <pc:sldMk cId="1592720331" sldId="263"/>
            <ac:spMk id="40" creationId="{6177E41A-7BDB-4477-ABD7-3B5CE8807BA7}"/>
          </ac:spMkLst>
        </pc:spChg>
        <pc:spChg chg="del mod">
          <ac:chgData name="Liberti Fabio" userId="ef726a5d-13e2-428c-9f01-791252c36c9c" providerId="ADAL" clId="{1AA501D7-C329-475C-AD82-01BFA4C95493}" dt="2026-02-18T16:15:42.882" v="793" actId="478"/>
          <ac:spMkLst>
            <pc:docMk/>
            <pc:sldMk cId="1592720331" sldId="263"/>
            <ac:spMk id="41" creationId="{C9B77A6E-7A48-4F28-80BB-2227D5C8A0E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2" creationId="{41B82149-5CE8-4535-B79A-B7AD5B10C8CF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3" creationId="{19F70224-39E7-4B7E-BC87-CAE50AAFC613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4" creationId="{14CB32C4-55B6-4E4A-BAC1-93FD838C7FAA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5" creationId="{75AD04AD-2F68-4544-A0DB-18098C769148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6" creationId="{9FFAC4B6-5D24-459E-BF5C-E13B9DE1F8BE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7" creationId="{43F8CFE0-7491-4269-B12E-221B5D71580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48" creationId="{74784FCD-0ED3-4F6E-A393-3D4D2BBEDF59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1" creationId="{C4255CB2-145C-4081-8AFF-FB0D3EC0DB0F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2" creationId="{108FBB26-AB83-40F4-BB20-74D55FF7E341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3" creationId="{C44F2C9B-8FD1-4B57-85C0-0C748C7468A7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4" creationId="{B3236BE0-D7FB-4B15-9917-42BB76CC02BE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7" creationId="{084E51EF-FD8F-4203-8172-0838E27D0057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8" creationId="{B7BB5571-50D3-4906-B5F2-8FD2AE538647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59" creationId="{E11936DD-415A-4943-8DBF-18BC05A4FBE9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0" creationId="{C1BFA26A-C4F9-4564-B7A6-8AA61E906E6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3" creationId="{8916046F-CC1E-4148-BB1F-64EF0748475A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5" creationId="{1B7AF030-3773-4AAB-B3EF-5625A178BCFB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6" creationId="{AB946362-116C-4037-A8EF-7027DA39E64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7" creationId="{2AE2666A-844D-4713-BF66-81E1F070CCFB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8" creationId="{F9BEFF9E-ACBB-42E0-8E2F-AADBE8DA268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69" creationId="{F1E618A6-D8A7-4006-9602-4688C80A5614}"/>
          </ac:spMkLst>
        </pc:spChg>
        <pc:spChg chg="del mod">
          <ac:chgData name="Liberti Fabio" userId="ef726a5d-13e2-428c-9f01-791252c36c9c" providerId="ADAL" clId="{1AA501D7-C329-475C-AD82-01BFA4C95493}" dt="2026-02-18T15:06:51.748" v="178" actId="478"/>
          <ac:spMkLst>
            <pc:docMk/>
            <pc:sldMk cId="1592720331" sldId="263"/>
            <ac:spMk id="70" creationId="{2D34C3CF-B838-40BD-A521-B34AA9BC1E22}"/>
          </ac:spMkLst>
        </pc:spChg>
        <pc:spChg chg="del mod">
          <ac:chgData name="Liberti Fabio" userId="ef726a5d-13e2-428c-9f01-791252c36c9c" providerId="ADAL" clId="{1AA501D7-C329-475C-AD82-01BFA4C95493}" dt="2026-02-18T15:06:44.005" v="175" actId="478"/>
          <ac:spMkLst>
            <pc:docMk/>
            <pc:sldMk cId="1592720331" sldId="263"/>
            <ac:spMk id="72" creationId="{01826005-2636-40CC-9A75-0F12D584CD7E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77" creationId="{F48DCB79-6341-4D8A-AB62-E6C38B6DA95E}"/>
          </ac:spMkLst>
        </pc:spChg>
        <pc:spChg chg="del">
          <ac:chgData name="Liberti Fabio" userId="ef726a5d-13e2-428c-9f01-791252c36c9c" providerId="ADAL" clId="{1AA501D7-C329-475C-AD82-01BFA4C95493}" dt="2026-02-18T15:06:49.853" v="177" actId="478"/>
          <ac:spMkLst>
            <pc:docMk/>
            <pc:sldMk cId="1592720331" sldId="263"/>
            <ac:spMk id="78" creationId="{D68D43DE-9CB7-4D99-AD22-0E9DF06E6120}"/>
          </ac:spMkLst>
        </pc:spChg>
        <pc:spChg chg="del">
          <ac:chgData name="Liberti Fabio" userId="ef726a5d-13e2-428c-9f01-791252c36c9c" providerId="ADAL" clId="{1AA501D7-C329-475C-AD82-01BFA4C95493}" dt="2026-02-18T15:06:47.193" v="176" actId="478"/>
          <ac:spMkLst>
            <pc:docMk/>
            <pc:sldMk cId="1592720331" sldId="263"/>
            <ac:spMk id="80" creationId="{8195945E-8C47-446B-AD0A-02661B45CB12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85" creationId="{53D460E6-12B6-4F31-97B5-35B75FA096FB}"/>
          </ac:spMkLst>
        </pc:spChg>
        <pc:spChg chg="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86" creationId="{A2E66E56-D6AC-4A08-8856-E12B6C0C2452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87" creationId="{6C1F027C-E87C-4E9C-83E5-95B640F5906E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88" creationId="{0C23B115-B1D6-4BA6-859E-FF146EFB9F4A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89" creationId="{172A0620-096B-4B27-BBDC-70013515B42F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0" creationId="{806070B2-252B-4C79-84E8-18DC1F41EB61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1" creationId="{4E5E0B54-08DE-449F-B6B6-B7C6C9B2D1CF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2" creationId="{226E78CA-3178-4827-BA02-7A44E92F6B31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3" creationId="{442F271E-6FF7-438C-8021-F2468B9CD316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4" creationId="{8389B184-D254-4048-870D-4FA999F160B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5" creationId="{B730E1D3-AE50-4BBE-932A-EFA3051127A8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6" creationId="{00414476-BB01-4ED2-ABDF-48CF11327E5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7" creationId="{E681858E-81EF-458A-BE94-8D03782AE21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98" creationId="{63D8450F-A6DB-428C-BA13-B64F9521798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2" creationId="{3F273040-A2A8-4E0F-9B3A-2F2340284BAD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3" creationId="{0E6C2C96-3DCF-405A-966F-8CFA817096AF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4" creationId="{9631C340-5700-4431-A3A1-E5365841994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5" creationId="{21C55244-E9AA-488C-B731-FC7660F23F71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6" creationId="{BB241E2C-7B28-48EE-9983-F51384E28132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7" creationId="{67796391-B885-4240-A2D5-9050B1959F5D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8" creationId="{4C731B6B-C7A9-4B35-AF73-EDF2327E667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09" creationId="{57CB57E2-2287-4223-9794-7FA8A9767898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14" creationId="{77B15F1C-DAAC-489A-B025-A92C5CA903EC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15" creationId="{D17EF0CF-A2C2-4A51-87A8-E188A3638D80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16" creationId="{62525C4E-1AE9-43F9-A414-6EBA7DDB7616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17" creationId="{319717CA-1614-444B-99A6-C09ED92FFAAE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19" creationId="{0750563E-0656-4C15-81C2-05674D4E5192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1" creationId="{6A934754-49EF-4555-9EE6-0FE9601F19A0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2" creationId="{24BF83CA-B280-465F-A2DC-7DE716ECB006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3" creationId="{B77F68B8-81EC-400A-AF71-68F30B9BC5AB}"/>
          </ac:spMkLst>
        </pc:spChg>
        <pc:spChg chg="add del mod or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4" creationId="{014DF15D-B58E-4340-9825-B3E95F92F6B3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5" creationId="{8F874333-11AE-489D-93C1-7996F3AC23F4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7" creationId="{91EB1254-1FF4-4669-90B3-631CB3339C4B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8" creationId="{7CA22138-DAFA-4B90-93B1-5708DA1F4CDE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29" creationId="{549A4C19-6471-46BF-9D68-D32735957117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0" creationId="{8D69D76E-7CDD-46C0-B788-78271936FEA5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2" creationId="{F5107E62-0C7F-4C69-8F8A-53EA55B1EDA5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3" creationId="{66C7A31F-01DE-438D-8223-FCBF03EAAB64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4" creationId="{CA40EBB0-9747-4CDD-9FDA-F6ECD3B9F48C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5" creationId="{35EDC4A2-67DA-4FA8-A8C1-27041996E871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6" creationId="{D79727F6-8E84-474A-AEB7-11B5449A3847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7" creationId="{0AC4318A-0D7E-4FEF-A20D-96E25EE514F6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8" creationId="{FADE06F5-0E6F-4854-A297-46A0A3B45DD5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39" creationId="{D6468980-E7CC-4546-972A-4719E8437372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0" creationId="{7D586BE5-B26C-45C0-ACAB-34398CF8C278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1" creationId="{E175C705-051A-456E-A45A-8F3D9334C1B3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2" creationId="{BDA0093F-167C-410B-9373-9654EDF52A03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3" creationId="{064F1AB0-E42D-4133-B5AB-8EA2DE8F4775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4" creationId="{10D02007-822D-4B8F-A73E-634C6512CD94}"/>
          </ac:spMkLst>
        </pc:spChg>
        <pc:spChg chg="add 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45" creationId="{93E87F5B-C9D9-4ABC-8947-5D19BA4B4F4F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47" creationId="{A80D18FF-8572-4596-AE92-DF835CF21009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48" creationId="{43418CF4-81A7-48C1-A42F-B2D2FCAB573D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49" creationId="{5BD75CAB-C08E-40BC-92D0-F12852D35098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0" creationId="{B72F5564-DEAE-49F9-96A6-CB2E033A9B50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1" creationId="{A0E31F31-D2EF-42F4-AE4A-B6D60E257F7D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2" creationId="{CB807411-0150-4B64-83F7-94EAF217BD0B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3" creationId="{94720649-5FA0-46A3-B33D-609FB4264281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4" creationId="{2B0AA118-658F-424A-995B-C3FE5866B0B8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55" creationId="{B683BB2B-4985-4350-9127-E0EE804C3424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56" creationId="{949B9363-505A-4A78-8EDE-B015C6DCDC35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7" creationId="{680649AC-0919-4276-B03C-854F69DE045C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8" creationId="{3E2029A5-7CE3-4AF8-BCB2-6E72BE400DC5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59" creationId="{CD216751-62C3-4E1C-B10F-ED886472A029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60" creationId="{F8810D85-35BE-47BB-860A-F79D5D98F0B4}"/>
          </ac:spMkLst>
        </pc:spChg>
        <pc:spChg chg="add mod">
          <ac:chgData name="Liberti Fabio" userId="ef726a5d-13e2-428c-9f01-791252c36c9c" providerId="ADAL" clId="{1AA501D7-C329-475C-AD82-01BFA4C95493}" dt="2026-02-18T16:57:28.821" v="2516" actId="1036"/>
          <ac:spMkLst>
            <pc:docMk/>
            <pc:sldMk cId="1592720331" sldId="263"/>
            <ac:spMk id="161" creationId="{06D28E18-91A2-43C8-B071-F56F51ED647A}"/>
          </ac:spMkLst>
        </pc:spChg>
        <pc:spChg chg="add del mod">
          <ac:chgData name="Liberti Fabio" userId="ef726a5d-13e2-428c-9f01-791252c36c9c" providerId="ADAL" clId="{1AA501D7-C329-475C-AD82-01BFA4C95493}" dt="2026-02-18T16:30:36.053" v="1371" actId="478"/>
          <ac:spMkLst>
            <pc:docMk/>
            <pc:sldMk cId="1592720331" sldId="263"/>
            <ac:spMk id="162" creationId="{BD2E8ACB-2EEC-4F10-9BFE-DB653952D889}"/>
          </ac:spMkLst>
        </pc:spChg>
        <pc:spChg chg="add mod">
          <ac:chgData name="Liberti Fabio" userId="ef726a5d-13e2-428c-9f01-791252c36c9c" providerId="ADAL" clId="{1AA501D7-C329-475C-AD82-01BFA4C95493}" dt="2026-02-18T16:57:05.663" v="2511" actId="14100"/>
          <ac:spMkLst>
            <pc:docMk/>
            <pc:sldMk cId="1592720331" sldId="263"/>
            <ac:spMk id="163" creationId="{FA6500A7-9287-48C0-9DE1-DCC4749868A9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64" creationId="{CE6FB930-4B1C-45D5-89F0-C1E685D6916A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67" creationId="{81DFF3E9-1CD6-4B59-A465-E26F8230E561}"/>
          </ac:spMkLst>
        </pc:spChg>
        <pc:spChg chg="add mod">
          <ac:chgData name="Liberti Fabio" userId="ef726a5d-13e2-428c-9f01-791252c36c9c" providerId="ADAL" clId="{1AA501D7-C329-475C-AD82-01BFA4C95493}" dt="2026-02-18T16:56:53.447" v="2509" actId="14100"/>
          <ac:spMkLst>
            <pc:docMk/>
            <pc:sldMk cId="1592720331" sldId="263"/>
            <ac:spMk id="168" creationId="{28014621-91A8-4945-92EB-12028C81784F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69" creationId="{835DFB5A-32B2-4CA0-8A7D-534C8C55983C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70" creationId="{C16D2183-21F3-42DD-9C0A-A17EFF4028BB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71" creationId="{64A2AE4D-AA63-4F69-9AB7-08A10E7E8076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72" creationId="{44F5DD18-C5C2-4AA1-9D08-8DAE5AF976E5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74" creationId="{DFE5BEC1-765F-4D48-B190-9ADC8B454501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75" creationId="{6C0B7322-46CD-45A3-A47C-FE353CB26F7D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76" creationId="{48F0513C-F597-4D28-9D23-AA97F59B3462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7" creationId="{3CADAA9E-0AC3-4E07-971F-F7B2915B9A4D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8" creationId="{16A5C1FF-983D-4216-BE59-A4BF1E40FAA2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9" creationId="{AD478790-2908-4BDC-A8AB-FF7A631923E8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0" creationId="{7505CF0F-1194-4C58-BB9D-8346855AA739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1" creationId="{CA453A23-D738-4D95-B7F4-8845EB908F63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2" creationId="{23542DDF-B7C4-4E14-B601-250A20EC2225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3" creationId="{2C209385-CFA8-42F5-A2E7-E564B6C2852F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4" creationId="{37F9B73E-8575-4799-B4D8-4534AE11C79B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5" creationId="{71AC3DF9-602B-4B3F-95F2-C98E807EE27B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6" creationId="{6921468D-2916-42AF-9B2E-EFC72376D5CE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7" creationId="{95B40111-A770-4A8A-877B-61098AF3C537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8" creationId="{DB880ADD-839F-490E-8E44-B640653BE817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89" creationId="{4FB3E605-7C7C-4E5D-9EC0-5E5FEA552F6D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90" creationId="{CF86CA38-97BE-477F-A70D-BDC4AFCFA468}"/>
          </ac:spMkLst>
        </pc:spChg>
        <pc:spChg chg="del mod">
          <ac:chgData name="Liberti Fabio" userId="ef726a5d-13e2-428c-9f01-791252c36c9c" providerId="ADAL" clId="{1AA501D7-C329-475C-AD82-01BFA4C95493}" dt="2026-02-18T16:28:24.377" v="1267" actId="478"/>
          <ac:spMkLst>
            <pc:docMk/>
            <pc:sldMk cId="1592720331" sldId="263"/>
            <ac:spMk id="191" creationId="{355E7C51-750E-4D3F-B4BE-79A99020390E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2" creationId="{A1A7FF03-4127-46DB-978D-2539570ADD4B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3" creationId="{98F2943A-A3FA-4E11-BEC3-2BCBFB4C5ECE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4" creationId="{50B88F97-0053-49B0-81F1-C5FD9EC09B90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5" creationId="{535F53C8-C91B-4E12-96A9-E59571E0FA82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6" creationId="{A3397BC7-2609-49EF-9024-3E84316278D3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7" creationId="{CACB10F1-772A-4F7F-971B-545322447210}"/>
          </ac:spMkLst>
        </pc:spChg>
        <pc:spChg chg="add mod">
          <ac:chgData name="Liberti Fabio" userId="ef726a5d-13e2-428c-9f01-791252c36c9c" providerId="ADAL" clId="{1AA501D7-C329-475C-AD82-01BFA4C95493}" dt="2026-02-18T16:49:56.666" v="2329" actId="1035"/>
          <ac:spMkLst>
            <pc:docMk/>
            <pc:sldMk cId="1592720331" sldId="263"/>
            <ac:spMk id="198" creationId="{4E2B2FBA-EC66-41FA-8225-B6886012B59A}"/>
          </ac:spMkLst>
        </pc:spChg>
        <pc:spChg chg="add del mod">
          <ac:chgData name="Liberti Fabio" userId="ef726a5d-13e2-428c-9f01-791252c36c9c" providerId="ADAL" clId="{1AA501D7-C329-475C-AD82-01BFA4C95493}" dt="2026-02-18T16:30:46.417" v="1381" actId="478"/>
          <ac:spMkLst>
            <pc:docMk/>
            <pc:sldMk cId="1592720331" sldId="263"/>
            <ac:spMk id="199" creationId="{DCD16A0F-F863-4D11-B8C6-AB46FB9D2650}"/>
          </ac:spMkLst>
        </pc:spChg>
        <pc:spChg chg="add mod">
          <ac:chgData name="Liberti Fabio" userId="ef726a5d-13e2-428c-9f01-791252c36c9c" providerId="ADAL" clId="{1AA501D7-C329-475C-AD82-01BFA4C95493}" dt="2026-02-18T16:57:09.710" v="2512" actId="14100"/>
          <ac:spMkLst>
            <pc:docMk/>
            <pc:sldMk cId="1592720331" sldId="263"/>
            <ac:spMk id="200" creationId="{217458B8-B88D-4F1E-9469-C8861056778D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1" creationId="{E93373BD-57C4-4726-B024-95CABC87B795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2" creationId="{C4C4E17C-8A7D-49B1-89E8-713BB4CAE834}"/>
          </ac:spMkLst>
        </pc:spChg>
        <pc:spChg chg="add mod">
          <ac:chgData name="Liberti Fabio" userId="ef726a5d-13e2-428c-9f01-791252c36c9c" providerId="ADAL" clId="{1AA501D7-C329-475C-AD82-01BFA4C95493}" dt="2026-02-18T16:56:53.447" v="2509" actId="14100"/>
          <ac:spMkLst>
            <pc:docMk/>
            <pc:sldMk cId="1592720331" sldId="263"/>
            <ac:spMk id="203" creationId="{F89EF4C7-50A5-45DD-A835-CBAB01CE21D4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4" creationId="{0400096F-CB99-470C-B885-7FB33E5A16C5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5" creationId="{41DEFBC4-8EA4-451C-975E-8FA79B0D6CE7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6" creationId="{DE07B999-484B-4C46-9B7C-9626D38683D4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7" creationId="{A9807F9B-9CF1-40FB-863E-DD8ED051D5AA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8" creationId="{B6D9698B-B3B5-48DD-BBD1-40449B2D13F7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09" creationId="{A83025EA-6415-48A6-808B-2A44553D7C1F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10" creationId="{38A90616-6164-4A43-B453-F137E33593FE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11" creationId="{053B4088-3D12-4950-8919-6247F5843AB2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12" creationId="{D3192181-0A98-4235-B171-6827D573321A}"/>
          </ac:spMkLst>
        </pc:spChg>
        <pc:spChg chg="add mod">
          <ac:chgData name="Liberti Fabio" userId="ef726a5d-13e2-428c-9f01-791252c36c9c" providerId="ADAL" clId="{1AA501D7-C329-475C-AD82-01BFA4C95493}" dt="2026-02-18T16:50:22.834" v="2347" actId="1035"/>
          <ac:spMkLst>
            <pc:docMk/>
            <pc:sldMk cId="1592720331" sldId="263"/>
            <ac:spMk id="213" creationId="{776F3C52-3729-4804-8D11-1DDD01D0A224}"/>
          </ac:spMkLst>
        </pc:spChg>
        <pc:spChg chg="add del mod">
          <ac:chgData name="Liberti Fabio" userId="ef726a5d-13e2-428c-9f01-791252c36c9c" providerId="ADAL" clId="{1AA501D7-C329-475C-AD82-01BFA4C95493}" dt="2026-02-18T16:44:00.240" v="1947" actId="478"/>
          <ac:spMkLst>
            <pc:docMk/>
            <pc:sldMk cId="1592720331" sldId="263"/>
            <ac:spMk id="214" creationId="{267ADABC-6A4B-4CE8-9006-4EDE5DDDBF55}"/>
          </ac:spMkLst>
        </pc:spChg>
        <pc:spChg chg="add del mod">
          <ac:chgData name="Liberti Fabio" userId="ef726a5d-13e2-428c-9f01-791252c36c9c" providerId="ADAL" clId="{1AA501D7-C329-475C-AD82-01BFA4C95493}" dt="2026-02-18T16:44:00.240" v="1947" actId="478"/>
          <ac:spMkLst>
            <pc:docMk/>
            <pc:sldMk cId="1592720331" sldId="263"/>
            <ac:spMk id="215" creationId="{B59750D6-78BE-4683-9D8A-CC3642682A03}"/>
          </ac:spMkLst>
        </pc:spChg>
        <pc:spChg chg="add del mod">
          <ac:chgData name="Liberti Fabio" userId="ef726a5d-13e2-428c-9f01-791252c36c9c" providerId="ADAL" clId="{1AA501D7-C329-475C-AD82-01BFA4C95493}" dt="2026-02-18T16:44:00.240" v="1947" actId="478"/>
          <ac:spMkLst>
            <pc:docMk/>
            <pc:sldMk cId="1592720331" sldId="263"/>
            <ac:spMk id="216" creationId="{47C8935B-8F34-4369-BDAA-168E89F62C8E}"/>
          </ac:spMkLst>
        </pc:spChg>
        <pc:spChg chg="add mod">
          <ac:chgData name="Liberti Fabio" userId="ef726a5d-13e2-428c-9f01-791252c36c9c" providerId="ADAL" clId="{1AA501D7-C329-475C-AD82-01BFA4C95493}" dt="2026-02-18T16:57:12.988" v="2513" actId="14100"/>
          <ac:spMkLst>
            <pc:docMk/>
            <pc:sldMk cId="1592720331" sldId="263"/>
            <ac:spMk id="217" creationId="{896792BD-95B2-4EB4-AF49-41C647EC3036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18" creationId="{4F99F040-64B6-4B8E-AD24-38ED4161E7B0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19" creationId="{BED4A11A-6D81-4C03-965E-FB4B0A66169F}"/>
          </ac:spMkLst>
        </pc:spChg>
        <pc:spChg chg="add mod">
          <ac:chgData name="Liberti Fabio" userId="ef726a5d-13e2-428c-9f01-791252c36c9c" providerId="ADAL" clId="{1AA501D7-C329-475C-AD82-01BFA4C95493}" dt="2026-02-18T16:56:53.447" v="2509" actId="14100"/>
          <ac:spMkLst>
            <pc:docMk/>
            <pc:sldMk cId="1592720331" sldId="263"/>
            <ac:spMk id="220" creationId="{D66A26BE-4305-457B-B93A-74962A55E9D6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1" creationId="{62277A6A-8675-4C8C-913B-014CD7711EF7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2" creationId="{F7E734F8-B60D-4BD7-9C1B-84F0481B73C8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3" creationId="{EA92FAEE-31EB-421C-B3B5-B3288FF0E719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4" creationId="{AE9710EB-9C40-47AC-A209-72C8B9AA7551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5" creationId="{02549911-EC1F-48D9-9179-C01CACABFE4F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6" creationId="{9E393AD1-019B-427F-82EF-FCC86070A1EE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7" creationId="{682370C3-FB4E-4A2D-B888-DE8A5FF76BD4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8" creationId="{48C6E538-B3C8-48E0-9E50-CD817FD555F2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29" creationId="{18EE30A0-B716-48AE-AEB9-ACF0EA951938}"/>
          </ac:spMkLst>
        </pc:spChg>
        <pc:spChg chg="add mod">
          <ac:chgData name="Liberti Fabio" userId="ef726a5d-13e2-428c-9f01-791252c36c9c" providerId="ADAL" clId="{1AA501D7-C329-475C-AD82-01BFA4C95493}" dt="2026-02-18T16:50:30.403" v="2357" actId="1035"/>
          <ac:spMkLst>
            <pc:docMk/>
            <pc:sldMk cId="1592720331" sldId="263"/>
            <ac:spMk id="230" creationId="{0FD14659-645B-41FF-BBFA-BB9027E7034D}"/>
          </ac:spMkLst>
        </pc:spChg>
        <pc:spChg chg="add mod">
          <ac:chgData name="Liberti Fabio" userId="ef726a5d-13e2-428c-9f01-791252c36c9c" providerId="ADAL" clId="{1AA501D7-C329-475C-AD82-01BFA4C95493}" dt="2026-02-18T16:56:53.447" v="2509" actId="14100"/>
          <ac:spMkLst>
            <pc:docMk/>
            <pc:sldMk cId="1592720331" sldId="263"/>
            <ac:spMk id="231" creationId="{E1309614-2ECA-46D9-846E-EE15CE17D9D0}"/>
          </ac:spMkLst>
        </pc:spChg>
        <pc:spChg chg="add mod">
          <ac:chgData name="Liberti Fabio" userId="ef726a5d-13e2-428c-9f01-791252c36c9c" providerId="ADAL" clId="{1AA501D7-C329-475C-AD82-01BFA4C95493}" dt="2026-02-18T16:54:55.086" v="2501" actId="14100"/>
          <ac:spMkLst>
            <pc:docMk/>
            <pc:sldMk cId="1592720331" sldId="263"/>
            <ac:spMk id="232" creationId="{A2B2F2B3-FC82-4A49-980D-1B2DFBD43F18}"/>
          </ac:spMkLst>
        </pc:spChg>
        <pc:spChg chg="add mod">
          <ac:chgData name="Liberti Fabio" userId="ef726a5d-13e2-428c-9f01-791252c36c9c" providerId="ADAL" clId="{1AA501D7-C329-475C-AD82-01BFA4C95493}" dt="2026-02-18T16:55:10.217" v="2505" actId="14100"/>
          <ac:spMkLst>
            <pc:docMk/>
            <pc:sldMk cId="1592720331" sldId="263"/>
            <ac:spMk id="233" creationId="{E2DDBFED-51A1-4AFA-9CA5-83F55FBEAD15}"/>
          </ac:spMkLst>
        </pc:spChg>
        <pc:spChg chg="add mod">
          <ac:chgData name="Liberti Fabio" userId="ef726a5d-13e2-428c-9f01-791252c36c9c" providerId="ADAL" clId="{1AA501D7-C329-475C-AD82-01BFA4C95493}" dt="2026-02-18T16:55:03.183" v="2503" actId="14100"/>
          <ac:spMkLst>
            <pc:docMk/>
            <pc:sldMk cId="1592720331" sldId="263"/>
            <ac:spMk id="234" creationId="{B7C75C7B-F4DC-45FD-933D-1E8C2C3B51AC}"/>
          </ac:spMkLst>
        </pc:sp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12" creationId="{891B0F46-2A78-4222-A508-D3A21247B0FF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13" creationId="{11BA878C-A038-41AF-AC83-B9C5301859ED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18" creationId="{0F256CD7-BCB8-49F6-8A4D-1E7386E81220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20" creationId="{F29CDCAA-48C4-42F5-8A18-58CDAE39B784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26" creationId="{14A9F662-FC4F-41AC-8ECD-2884454A6875}"/>
          </ac:cxnSpMkLst>
        </pc:cxnChg>
        <pc:cxnChg chg="del mod or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31" creationId="{A37A28D1-B8C7-4672-A9D4-3282FD93F18D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65" creationId="{9A799398-47B6-41FA-AD1A-F62F89355028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66" creationId="{D36BF70D-22ED-481B-8DE6-9A7E018FA650}"/>
          </ac:cxnSpMkLst>
        </pc:cxnChg>
        <pc:cxnChg chg="del mod">
          <ac:chgData name="Liberti Fabio" userId="ef726a5d-13e2-428c-9f01-791252c36c9c" providerId="ADAL" clId="{1AA501D7-C329-475C-AD82-01BFA4C95493}" dt="2026-02-18T16:28:24.377" v="1267" actId="478"/>
          <ac:cxnSpMkLst>
            <pc:docMk/>
            <pc:sldMk cId="1592720331" sldId="263"/>
            <ac:cxnSpMk id="173" creationId="{C9D7715F-CF39-498A-BE91-9D84516A9CA6}"/>
          </ac:cxnSpMkLst>
        </pc:cxnChg>
      </pc:sldChg>
      <pc:sldChg chg="del">
        <pc:chgData name="Liberti Fabio" userId="ef726a5d-13e2-428c-9f01-791252c36c9c" providerId="ADAL" clId="{1AA501D7-C329-475C-AD82-01BFA4C95493}" dt="2026-02-18T15:37:15.805" v="767" actId="2696"/>
        <pc:sldMkLst>
          <pc:docMk/>
          <pc:sldMk cId="3289061381" sldId="264"/>
        </pc:sldMkLst>
      </pc:sldChg>
      <pc:sldChg chg="add">
        <pc:chgData name="Liberti Fabio" userId="ef726a5d-13e2-428c-9f01-791252c36c9c" providerId="ADAL" clId="{1AA501D7-C329-475C-AD82-01BFA4C95493}" dt="2026-02-18T14:46:44.968" v="0"/>
        <pc:sldMkLst>
          <pc:docMk/>
          <pc:sldMk cId="155694149" sldId="265"/>
        </pc:sldMkLst>
      </pc:sldChg>
      <pc:sldChg chg="add">
        <pc:chgData name="Liberti Fabio" userId="ef726a5d-13e2-428c-9f01-791252c36c9c" providerId="ADAL" clId="{1AA501D7-C329-475C-AD82-01BFA4C95493}" dt="2026-02-18T16:06:00.869" v="768"/>
        <pc:sldMkLst>
          <pc:docMk/>
          <pc:sldMk cId="407374580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190500" y="31131"/>
            <a:ext cx="1196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Data </a:t>
            </a:r>
            <a:r>
              <a:rPr lang="it-IT" dirty="0" err="1"/>
              <a:t>Sources</a:t>
            </a:r>
            <a:r>
              <a:rPr lang="it-IT" dirty="0"/>
              <a:t> (27 Member </a:t>
            </a:r>
            <a:r>
              <a:rPr lang="it-IT" dirty="0" err="1"/>
              <a:t>States</a:t>
            </a:r>
            <a:r>
              <a:rPr lang="it-IT" dirty="0"/>
              <a:t>)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744998" y="456531"/>
            <a:ext cx="1857969" cy="746282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744998" y="455194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EHR Systems</a:t>
            </a: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190500" y="36159"/>
            <a:ext cx="11782426" cy="1295608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7" name="CasellaDiTesto 146">
            <a:extLst>
              <a:ext uri="{FF2B5EF4-FFF2-40B4-BE49-F238E27FC236}">
                <a16:creationId xmlns:a16="http://schemas.microsoft.com/office/drawing/2014/main" id="{A80D18FF-8572-4596-AE92-DF835CF21009}"/>
              </a:ext>
            </a:extLst>
          </p:cNvPr>
          <p:cNvSpPr txBox="1"/>
          <p:nvPr/>
        </p:nvSpPr>
        <p:spPr>
          <a:xfrm>
            <a:off x="732285" y="722098"/>
            <a:ext cx="185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HL7v2, CDA </a:t>
            </a:r>
            <a:r>
              <a:rPr lang="it-IT" sz="1200" dirty="0" err="1"/>
              <a:t>proprietary</a:t>
            </a:r>
            <a:r>
              <a:rPr lang="it-IT" sz="1200" dirty="0"/>
              <a:t> CSV</a:t>
            </a:r>
          </a:p>
        </p:txBody>
      </p:sp>
      <p:sp>
        <p:nvSpPr>
          <p:cNvPr id="148" name="Rettangolo con angoli arrotondati 147">
            <a:extLst>
              <a:ext uri="{FF2B5EF4-FFF2-40B4-BE49-F238E27FC236}">
                <a16:creationId xmlns:a16="http://schemas.microsoft.com/office/drawing/2014/main" id="{43418CF4-81A7-48C1-A42F-B2D2FCAB573D}"/>
              </a:ext>
            </a:extLst>
          </p:cNvPr>
          <p:cNvSpPr/>
          <p:nvPr/>
        </p:nvSpPr>
        <p:spPr>
          <a:xfrm>
            <a:off x="2954798" y="466056"/>
            <a:ext cx="1857969" cy="746282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49" name="CasellaDiTesto 148">
            <a:extLst>
              <a:ext uri="{FF2B5EF4-FFF2-40B4-BE49-F238E27FC236}">
                <a16:creationId xmlns:a16="http://schemas.microsoft.com/office/drawing/2014/main" id="{5BD75CAB-C08E-40BC-92D0-F12852D35098}"/>
              </a:ext>
            </a:extLst>
          </p:cNvPr>
          <p:cNvSpPr txBox="1"/>
          <p:nvPr/>
        </p:nvSpPr>
        <p:spPr>
          <a:xfrm>
            <a:off x="2962869" y="4647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/>
              <a:t>Laboratory</a:t>
            </a:r>
            <a:endParaRPr lang="it-IT" sz="1200" b="1" dirty="0"/>
          </a:p>
        </p:txBody>
      </p:sp>
      <p:sp>
        <p:nvSpPr>
          <p:cNvPr id="150" name="CasellaDiTesto 149">
            <a:extLst>
              <a:ext uri="{FF2B5EF4-FFF2-40B4-BE49-F238E27FC236}">
                <a16:creationId xmlns:a16="http://schemas.microsoft.com/office/drawing/2014/main" id="{B72F5564-DEAE-49F9-96A6-CB2E033A9B50}"/>
              </a:ext>
            </a:extLst>
          </p:cNvPr>
          <p:cNvSpPr txBox="1"/>
          <p:nvPr/>
        </p:nvSpPr>
        <p:spPr>
          <a:xfrm>
            <a:off x="2942085" y="731623"/>
            <a:ext cx="185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LOINC </a:t>
            </a:r>
            <a:r>
              <a:rPr lang="it-IT" sz="1200" dirty="0" err="1"/>
              <a:t>codes</a:t>
            </a:r>
            <a:br>
              <a:rPr lang="it-IT" sz="1200" dirty="0"/>
            </a:br>
            <a:r>
              <a:rPr lang="it-IT" sz="1200" dirty="0"/>
              <a:t>HL7 OBX </a:t>
            </a:r>
            <a:r>
              <a:rPr lang="it-IT" sz="1200" dirty="0" err="1"/>
              <a:t>msgs</a:t>
            </a:r>
            <a:endParaRPr lang="it-IT" sz="1200" dirty="0"/>
          </a:p>
        </p:txBody>
      </p:sp>
      <p:sp>
        <p:nvSpPr>
          <p:cNvPr id="151" name="Rettangolo con angoli arrotondati 150">
            <a:extLst>
              <a:ext uri="{FF2B5EF4-FFF2-40B4-BE49-F238E27FC236}">
                <a16:creationId xmlns:a16="http://schemas.microsoft.com/office/drawing/2014/main" id="{A0E31F31-D2EF-42F4-AE4A-B6D60E257F7D}"/>
              </a:ext>
            </a:extLst>
          </p:cNvPr>
          <p:cNvSpPr/>
          <p:nvPr/>
        </p:nvSpPr>
        <p:spPr>
          <a:xfrm>
            <a:off x="5174123" y="466056"/>
            <a:ext cx="1857969" cy="746282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52" name="CasellaDiTesto 151">
            <a:extLst>
              <a:ext uri="{FF2B5EF4-FFF2-40B4-BE49-F238E27FC236}">
                <a16:creationId xmlns:a16="http://schemas.microsoft.com/office/drawing/2014/main" id="{CB807411-0150-4B64-83F7-94EAF217BD0B}"/>
              </a:ext>
            </a:extLst>
          </p:cNvPr>
          <p:cNvSpPr txBox="1"/>
          <p:nvPr/>
        </p:nvSpPr>
        <p:spPr>
          <a:xfrm>
            <a:off x="5182194" y="4647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/>
              <a:t>Pharmacy</a:t>
            </a:r>
            <a:endParaRPr lang="it-IT" sz="1200" b="1" dirty="0"/>
          </a:p>
        </p:txBody>
      </p:sp>
      <p:sp>
        <p:nvSpPr>
          <p:cNvPr id="153" name="CasellaDiTesto 152">
            <a:extLst>
              <a:ext uri="{FF2B5EF4-FFF2-40B4-BE49-F238E27FC236}">
                <a16:creationId xmlns:a16="http://schemas.microsoft.com/office/drawing/2014/main" id="{94720649-5FA0-46A3-B33D-609FB4264281}"/>
              </a:ext>
            </a:extLst>
          </p:cNvPr>
          <p:cNvSpPr txBox="1"/>
          <p:nvPr/>
        </p:nvSpPr>
        <p:spPr>
          <a:xfrm>
            <a:off x="5161410" y="731623"/>
            <a:ext cx="185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E-</a:t>
            </a:r>
            <a:r>
              <a:rPr lang="it-IT" sz="1200" dirty="0" err="1"/>
              <a:t>Prescription</a:t>
            </a:r>
            <a:endParaRPr lang="it-IT" sz="1200" dirty="0"/>
          </a:p>
          <a:p>
            <a:pPr algn="ctr"/>
            <a:r>
              <a:rPr lang="it-IT" sz="1200" dirty="0"/>
              <a:t>ATC </a:t>
            </a:r>
            <a:r>
              <a:rPr lang="it-IT" sz="1200" dirty="0" err="1"/>
              <a:t>codes</a:t>
            </a:r>
            <a:endParaRPr lang="it-IT" sz="1200" dirty="0"/>
          </a:p>
        </p:txBody>
      </p:sp>
      <p:sp>
        <p:nvSpPr>
          <p:cNvPr id="154" name="Rettangolo con angoli arrotondati 153">
            <a:extLst>
              <a:ext uri="{FF2B5EF4-FFF2-40B4-BE49-F238E27FC236}">
                <a16:creationId xmlns:a16="http://schemas.microsoft.com/office/drawing/2014/main" id="{2B0AA118-658F-424A-995B-C3FE5866B0B8}"/>
              </a:ext>
            </a:extLst>
          </p:cNvPr>
          <p:cNvSpPr/>
          <p:nvPr/>
        </p:nvSpPr>
        <p:spPr>
          <a:xfrm>
            <a:off x="7374398" y="475581"/>
            <a:ext cx="1857969" cy="746282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57" name="CasellaDiTesto 156">
            <a:extLst>
              <a:ext uri="{FF2B5EF4-FFF2-40B4-BE49-F238E27FC236}">
                <a16:creationId xmlns:a16="http://schemas.microsoft.com/office/drawing/2014/main" id="{680649AC-0919-4276-B03C-854F69DE045C}"/>
              </a:ext>
            </a:extLst>
          </p:cNvPr>
          <p:cNvSpPr txBox="1"/>
          <p:nvPr/>
        </p:nvSpPr>
        <p:spPr>
          <a:xfrm>
            <a:off x="7382469" y="47424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/>
              <a:t>Medical</a:t>
            </a:r>
            <a:r>
              <a:rPr lang="it-IT" sz="1200" b="1" dirty="0"/>
              <a:t> </a:t>
            </a:r>
            <a:r>
              <a:rPr lang="it-IT" sz="1200" b="1" dirty="0" err="1"/>
              <a:t>Imaging</a:t>
            </a:r>
            <a:endParaRPr lang="it-IT" sz="1200" b="1" dirty="0"/>
          </a:p>
        </p:txBody>
      </p:sp>
      <p:sp>
        <p:nvSpPr>
          <p:cNvPr id="158" name="CasellaDiTesto 157">
            <a:extLst>
              <a:ext uri="{FF2B5EF4-FFF2-40B4-BE49-F238E27FC236}">
                <a16:creationId xmlns:a16="http://schemas.microsoft.com/office/drawing/2014/main" id="{3E2029A5-7CE3-4AF8-BCB2-6E72BE400DC5}"/>
              </a:ext>
            </a:extLst>
          </p:cNvPr>
          <p:cNvSpPr txBox="1"/>
          <p:nvPr/>
        </p:nvSpPr>
        <p:spPr>
          <a:xfrm>
            <a:off x="7361685" y="741148"/>
            <a:ext cx="185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DICOM</a:t>
            </a:r>
          </a:p>
          <a:p>
            <a:pPr algn="ctr"/>
            <a:r>
              <a:rPr lang="it-IT" sz="1200" dirty="0" err="1"/>
              <a:t>Radiology</a:t>
            </a:r>
            <a:r>
              <a:rPr lang="it-IT" sz="1200" dirty="0"/>
              <a:t> reports</a:t>
            </a:r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CD216751-62C3-4E1C-B10F-ED886472A029}"/>
              </a:ext>
            </a:extLst>
          </p:cNvPr>
          <p:cNvSpPr/>
          <p:nvPr/>
        </p:nvSpPr>
        <p:spPr>
          <a:xfrm>
            <a:off x="9698498" y="475581"/>
            <a:ext cx="1857969" cy="746282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60" name="CasellaDiTesto 159">
            <a:extLst>
              <a:ext uri="{FF2B5EF4-FFF2-40B4-BE49-F238E27FC236}">
                <a16:creationId xmlns:a16="http://schemas.microsoft.com/office/drawing/2014/main" id="{F8810D85-35BE-47BB-860A-F79D5D98F0B4}"/>
              </a:ext>
            </a:extLst>
          </p:cNvPr>
          <p:cNvSpPr txBox="1"/>
          <p:nvPr/>
        </p:nvSpPr>
        <p:spPr>
          <a:xfrm>
            <a:off x="9706569" y="47424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/>
              <a:t>Didease</a:t>
            </a:r>
            <a:r>
              <a:rPr lang="it-IT" sz="1200" b="1" dirty="0"/>
              <a:t> </a:t>
            </a:r>
            <a:r>
              <a:rPr lang="it-IT" sz="1200" b="1" dirty="0" err="1"/>
              <a:t>Registries</a:t>
            </a:r>
            <a:endParaRPr lang="it-IT" sz="1200" b="1" dirty="0"/>
          </a:p>
        </p:txBody>
      </p:sp>
      <p:sp>
        <p:nvSpPr>
          <p:cNvPr id="161" name="CasellaDiTesto 160">
            <a:extLst>
              <a:ext uri="{FF2B5EF4-FFF2-40B4-BE49-F238E27FC236}">
                <a16:creationId xmlns:a16="http://schemas.microsoft.com/office/drawing/2014/main" id="{06D28E18-91A2-43C8-B071-F56F51ED647A}"/>
              </a:ext>
            </a:extLst>
          </p:cNvPr>
          <p:cNvSpPr txBox="1"/>
          <p:nvPr/>
        </p:nvSpPr>
        <p:spPr>
          <a:xfrm>
            <a:off x="9685785" y="741148"/>
            <a:ext cx="185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Rare disease </a:t>
            </a:r>
            <a:r>
              <a:rPr lang="it-IT" sz="1200" dirty="0" err="1"/>
              <a:t>DBs</a:t>
            </a:r>
            <a:endParaRPr lang="it-IT" sz="1200" dirty="0"/>
          </a:p>
          <a:p>
            <a:pPr algn="ctr"/>
            <a:r>
              <a:rPr lang="it-IT" sz="1200" dirty="0"/>
              <a:t>National </a:t>
            </a:r>
            <a:r>
              <a:rPr lang="it-IT" sz="1200" dirty="0" err="1"/>
              <a:t>cancer</a:t>
            </a:r>
            <a:r>
              <a:rPr lang="it-IT" sz="1200" dirty="0"/>
              <a:t> </a:t>
            </a:r>
            <a:r>
              <a:rPr lang="it-IT" sz="1200" dirty="0" err="1"/>
              <a:t>regs</a:t>
            </a:r>
            <a:endParaRPr lang="it-IT" sz="1200" dirty="0"/>
          </a:p>
        </p:txBody>
      </p: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FA6500A7-9287-48C0-9DE1-DCC4749868A9}"/>
              </a:ext>
            </a:extLst>
          </p:cNvPr>
          <p:cNvSpPr txBox="1"/>
          <p:nvPr/>
        </p:nvSpPr>
        <p:spPr>
          <a:xfrm>
            <a:off x="200025" y="1602756"/>
            <a:ext cx="1196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Terminology</a:t>
            </a:r>
            <a:r>
              <a:rPr lang="it-IT" dirty="0"/>
              <a:t> </a:t>
            </a:r>
            <a:r>
              <a:rPr lang="it-IT" dirty="0" err="1"/>
              <a:t>Harmonization</a:t>
            </a:r>
            <a:endParaRPr lang="it-IT" dirty="0"/>
          </a:p>
        </p:txBody>
      </p:sp>
      <p:sp>
        <p:nvSpPr>
          <p:cNvPr id="164" name="Rettangolo con angoli arrotondati 163">
            <a:extLst>
              <a:ext uri="{FF2B5EF4-FFF2-40B4-BE49-F238E27FC236}">
                <a16:creationId xmlns:a16="http://schemas.microsoft.com/office/drawing/2014/main" id="{CE6FB930-4B1C-45D5-89F0-C1E685D6916A}"/>
              </a:ext>
            </a:extLst>
          </p:cNvPr>
          <p:cNvSpPr/>
          <p:nvPr/>
        </p:nvSpPr>
        <p:spPr>
          <a:xfrm>
            <a:off x="754523" y="1980531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67" name="CasellaDiTesto 166">
            <a:extLst>
              <a:ext uri="{FF2B5EF4-FFF2-40B4-BE49-F238E27FC236}">
                <a16:creationId xmlns:a16="http://schemas.microsoft.com/office/drawing/2014/main" id="{81DFF3E9-1CD6-4B59-A465-E26F8230E561}"/>
              </a:ext>
            </a:extLst>
          </p:cNvPr>
          <p:cNvSpPr txBox="1"/>
          <p:nvPr/>
        </p:nvSpPr>
        <p:spPr>
          <a:xfrm>
            <a:off x="754523" y="1979194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SNOWMED CT</a:t>
            </a:r>
          </a:p>
        </p:txBody>
      </p:sp>
      <p:sp>
        <p:nvSpPr>
          <p:cNvPr id="168" name="Rettangolo con angoli arrotondati 167">
            <a:extLst>
              <a:ext uri="{FF2B5EF4-FFF2-40B4-BE49-F238E27FC236}">
                <a16:creationId xmlns:a16="http://schemas.microsoft.com/office/drawing/2014/main" id="{28014621-91A8-4945-92EB-12028C81784F}"/>
              </a:ext>
            </a:extLst>
          </p:cNvPr>
          <p:cNvSpPr/>
          <p:nvPr/>
        </p:nvSpPr>
        <p:spPr>
          <a:xfrm>
            <a:off x="190500" y="1579208"/>
            <a:ext cx="11772901" cy="1136034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9" name="CasellaDiTesto 168">
            <a:extLst>
              <a:ext uri="{FF2B5EF4-FFF2-40B4-BE49-F238E27FC236}">
                <a16:creationId xmlns:a16="http://schemas.microsoft.com/office/drawing/2014/main" id="{835DFB5A-32B2-4CA0-8A7D-534C8C55983C}"/>
              </a:ext>
            </a:extLst>
          </p:cNvPr>
          <p:cNvSpPr txBox="1"/>
          <p:nvPr/>
        </p:nvSpPr>
        <p:spPr>
          <a:xfrm>
            <a:off x="741810" y="2246098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Clinical</a:t>
            </a:r>
            <a:r>
              <a:rPr lang="it-IT" sz="1200" dirty="0"/>
              <a:t> </a:t>
            </a:r>
            <a:r>
              <a:rPr lang="it-IT" sz="1200" dirty="0" err="1"/>
              <a:t>terms</a:t>
            </a:r>
            <a:endParaRPr lang="it-IT" sz="1200" dirty="0"/>
          </a:p>
        </p:txBody>
      </p:sp>
      <p:sp>
        <p:nvSpPr>
          <p:cNvPr id="170" name="Rettangolo con angoli arrotondati 169">
            <a:extLst>
              <a:ext uri="{FF2B5EF4-FFF2-40B4-BE49-F238E27FC236}">
                <a16:creationId xmlns:a16="http://schemas.microsoft.com/office/drawing/2014/main" id="{C16D2183-21F3-42DD-9C0A-A17EFF4028BB}"/>
              </a:ext>
            </a:extLst>
          </p:cNvPr>
          <p:cNvSpPr/>
          <p:nvPr/>
        </p:nvSpPr>
        <p:spPr>
          <a:xfrm>
            <a:off x="2964323" y="1990056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71" name="CasellaDiTesto 170">
            <a:extLst>
              <a:ext uri="{FF2B5EF4-FFF2-40B4-BE49-F238E27FC236}">
                <a16:creationId xmlns:a16="http://schemas.microsoft.com/office/drawing/2014/main" id="{64A2AE4D-AA63-4F69-9AB7-08A10E7E8076}"/>
              </a:ext>
            </a:extLst>
          </p:cNvPr>
          <p:cNvSpPr txBox="1"/>
          <p:nvPr/>
        </p:nvSpPr>
        <p:spPr>
          <a:xfrm>
            <a:off x="2972394" y="19887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ICD-10</a:t>
            </a:r>
          </a:p>
        </p:txBody>
      </p: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44F5DD18-C5C2-4AA1-9D08-8DAE5AF976E5}"/>
              </a:ext>
            </a:extLst>
          </p:cNvPr>
          <p:cNvSpPr txBox="1"/>
          <p:nvPr/>
        </p:nvSpPr>
        <p:spPr>
          <a:xfrm>
            <a:off x="2951610" y="2255623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Diagnoses</a:t>
            </a:r>
            <a:endParaRPr lang="it-IT" sz="1200" dirty="0"/>
          </a:p>
        </p:txBody>
      </p:sp>
      <p:sp>
        <p:nvSpPr>
          <p:cNvPr id="174" name="Rettangolo con angoli arrotondati 173">
            <a:extLst>
              <a:ext uri="{FF2B5EF4-FFF2-40B4-BE49-F238E27FC236}">
                <a16:creationId xmlns:a16="http://schemas.microsoft.com/office/drawing/2014/main" id="{DFE5BEC1-765F-4D48-B190-9ADC8B454501}"/>
              </a:ext>
            </a:extLst>
          </p:cNvPr>
          <p:cNvSpPr/>
          <p:nvPr/>
        </p:nvSpPr>
        <p:spPr>
          <a:xfrm>
            <a:off x="5183648" y="1990056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89" name="CasellaDiTesto 188">
            <a:extLst>
              <a:ext uri="{FF2B5EF4-FFF2-40B4-BE49-F238E27FC236}">
                <a16:creationId xmlns:a16="http://schemas.microsoft.com/office/drawing/2014/main" id="{4FB3E605-7C7C-4E5D-9EC0-5E5FEA552F6D}"/>
              </a:ext>
            </a:extLst>
          </p:cNvPr>
          <p:cNvSpPr txBox="1"/>
          <p:nvPr/>
        </p:nvSpPr>
        <p:spPr>
          <a:xfrm>
            <a:off x="5191719" y="19887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LOINC</a:t>
            </a:r>
          </a:p>
        </p:txBody>
      </p:sp>
      <p:sp>
        <p:nvSpPr>
          <p:cNvPr id="192" name="CasellaDiTesto 191">
            <a:extLst>
              <a:ext uri="{FF2B5EF4-FFF2-40B4-BE49-F238E27FC236}">
                <a16:creationId xmlns:a16="http://schemas.microsoft.com/office/drawing/2014/main" id="{A1A7FF03-4127-46DB-978D-2539570ADD4B}"/>
              </a:ext>
            </a:extLst>
          </p:cNvPr>
          <p:cNvSpPr txBox="1"/>
          <p:nvPr/>
        </p:nvSpPr>
        <p:spPr>
          <a:xfrm>
            <a:off x="5170935" y="2255623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Lab </a:t>
            </a:r>
            <a:r>
              <a:rPr lang="it-IT" sz="1200" dirty="0" err="1"/>
              <a:t>observations</a:t>
            </a:r>
            <a:endParaRPr lang="it-IT" sz="1200" dirty="0"/>
          </a:p>
        </p:txBody>
      </p:sp>
      <p:sp>
        <p:nvSpPr>
          <p:cNvPr id="193" name="Rettangolo con angoli arrotondati 192">
            <a:extLst>
              <a:ext uri="{FF2B5EF4-FFF2-40B4-BE49-F238E27FC236}">
                <a16:creationId xmlns:a16="http://schemas.microsoft.com/office/drawing/2014/main" id="{98F2943A-A3FA-4E11-BEC3-2BCBFB4C5ECE}"/>
              </a:ext>
            </a:extLst>
          </p:cNvPr>
          <p:cNvSpPr/>
          <p:nvPr/>
        </p:nvSpPr>
        <p:spPr>
          <a:xfrm>
            <a:off x="7383923" y="1999581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94" name="CasellaDiTesto 193">
            <a:extLst>
              <a:ext uri="{FF2B5EF4-FFF2-40B4-BE49-F238E27FC236}">
                <a16:creationId xmlns:a16="http://schemas.microsoft.com/office/drawing/2014/main" id="{50B88F97-0053-49B0-81F1-C5FD9EC09B90}"/>
              </a:ext>
            </a:extLst>
          </p:cNvPr>
          <p:cNvSpPr txBox="1"/>
          <p:nvPr/>
        </p:nvSpPr>
        <p:spPr>
          <a:xfrm>
            <a:off x="7391994" y="199824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ATC / </a:t>
            </a:r>
            <a:r>
              <a:rPr lang="it-IT" sz="1200" b="1" dirty="0" err="1"/>
              <a:t>Rx</a:t>
            </a:r>
            <a:r>
              <a:rPr lang="it-IT" sz="1200" b="1" dirty="0"/>
              <a:t> </a:t>
            </a:r>
            <a:r>
              <a:rPr lang="it-IT" sz="1200" b="1" dirty="0" err="1"/>
              <a:t>Norm</a:t>
            </a:r>
            <a:endParaRPr lang="it-IT" sz="1200" b="1" dirty="0"/>
          </a:p>
        </p:txBody>
      </p:sp>
      <p:sp>
        <p:nvSpPr>
          <p:cNvPr id="195" name="CasellaDiTesto 194">
            <a:extLst>
              <a:ext uri="{FF2B5EF4-FFF2-40B4-BE49-F238E27FC236}">
                <a16:creationId xmlns:a16="http://schemas.microsoft.com/office/drawing/2014/main" id="{535F53C8-C91B-4E12-96A9-E59571E0FA82}"/>
              </a:ext>
            </a:extLst>
          </p:cNvPr>
          <p:cNvSpPr txBox="1"/>
          <p:nvPr/>
        </p:nvSpPr>
        <p:spPr>
          <a:xfrm>
            <a:off x="7371210" y="2265148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Medications</a:t>
            </a:r>
            <a:endParaRPr lang="it-IT" sz="1200" dirty="0"/>
          </a:p>
        </p:txBody>
      </p:sp>
      <p:sp>
        <p:nvSpPr>
          <p:cNvPr id="196" name="Rettangolo con angoli arrotondati 195">
            <a:extLst>
              <a:ext uri="{FF2B5EF4-FFF2-40B4-BE49-F238E27FC236}">
                <a16:creationId xmlns:a16="http://schemas.microsoft.com/office/drawing/2014/main" id="{A3397BC7-2609-49EF-9024-3E84316278D3}"/>
              </a:ext>
            </a:extLst>
          </p:cNvPr>
          <p:cNvSpPr/>
          <p:nvPr/>
        </p:nvSpPr>
        <p:spPr>
          <a:xfrm>
            <a:off x="9708023" y="1999581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97" name="CasellaDiTesto 196">
            <a:extLst>
              <a:ext uri="{FF2B5EF4-FFF2-40B4-BE49-F238E27FC236}">
                <a16:creationId xmlns:a16="http://schemas.microsoft.com/office/drawing/2014/main" id="{CACB10F1-772A-4F7F-971B-545322447210}"/>
              </a:ext>
            </a:extLst>
          </p:cNvPr>
          <p:cNvSpPr txBox="1"/>
          <p:nvPr/>
        </p:nvSpPr>
        <p:spPr>
          <a:xfrm>
            <a:off x="9716094" y="199824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UCUM</a:t>
            </a:r>
          </a:p>
        </p:txBody>
      </p:sp>
      <p:sp>
        <p:nvSpPr>
          <p:cNvPr id="198" name="CasellaDiTesto 197">
            <a:extLst>
              <a:ext uri="{FF2B5EF4-FFF2-40B4-BE49-F238E27FC236}">
                <a16:creationId xmlns:a16="http://schemas.microsoft.com/office/drawing/2014/main" id="{4E2B2FBA-EC66-41FA-8225-B6886012B59A}"/>
              </a:ext>
            </a:extLst>
          </p:cNvPr>
          <p:cNvSpPr txBox="1"/>
          <p:nvPr/>
        </p:nvSpPr>
        <p:spPr>
          <a:xfrm>
            <a:off x="9695310" y="2265148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Units</a:t>
            </a:r>
            <a:r>
              <a:rPr lang="it-IT" sz="1200" dirty="0"/>
              <a:t> of measure</a:t>
            </a:r>
          </a:p>
        </p:txBody>
      </p:sp>
      <p:sp>
        <p:nvSpPr>
          <p:cNvPr id="200" name="CasellaDiTesto 199">
            <a:extLst>
              <a:ext uri="{FF2B5EF4-FFF2-40B4-BE49-F238E27FC236}">
                <a16:creationId xmlns:a16="http://schemas.microsoft.com/office/drawing/2014/main" id="{217458B8-B88D-4F1E-9469-C8861056778D}"/>
              </a:ext>
            </a:extLst>
          </p:cNvPr>
          <p:cNvSpPr txBox="1"/>
          <p:nvPr/>
        </p:nvSpPr>
        <p:spPr>
          <a:xfrm>
            <a:off x="190500" y="2974356"/>
            <a:ext cx="1197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Interoperability</a:t>
            </a:r>
            <a:r>
              <a:rPr lang="it-IT" dirty="0"/>
              <a:t> </a:t>
            </a:r>
            <a:r>
              <a:rPr lang="it-IT" dirty="0" err="1"/>
              <a:t>Standards</a:t>
            </a:r>
            <a:endParaRPr lang="it-IT" dirty="0"/>
          </a:p>
        </p:txBody>
      </p:sp>
      <p:sp>
        <p:nvSpPr>
          <p:cNvPr id="201" name="Rettangolo con angoli arrotondati 200">
            <a:extLst>
              <a:ext uri="{FF2B5EF4-FFF2-40B4-BE49-F238E27FC236}">
                <a16:creationId xmlns:a16="http://schemas.microsoft.com/office/drawing/2014/main" id="{E93373BD-57C4-4726-B024-95CABC87B795}"/>
              </a:ext>
            </a:extLst>
          </p:cNvPr>
          <p:cNvSpPr/>
          <p:nvPr/>
        </p:nvSpPr>
        <p:spPr>
          <a:xfrm>
            <a:off x="2107073" y="3352131"/>
            <a:ext cx="1857969" cy="911898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C4C4E17C-8A7D-49B1-89E8-713BB4CAE834}"/>
              </a:ext>
            </a:extLst>
          </p:cNvPr>
          <p:cNvSpPr txBox="1"/>
          <p:nvPr/>
        </p:nvSpPr>
        <p:spPr>
          <a:xfrm>
            <a:off x="2107073" y="3350794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FHIR R4</a:t>
            </a:r>
          </a:p>
        </p:txBody>
      </p:sp>
      <p:sp>
        <p:nvSpPr>
          <p:cNvPr id="203" name="Rettangolo con angoli arrotondati 202">
            <a:extLst>
              <a:ext uri="{FF2B5EF4-FFF2-40B4-BE49-F238E27FC236}">
                <a16:creationId xmlns:a16="http://schemas.microsoft.com/office/drawing/2014/main" id="{F89EF4C7-50A5-45DD-A835-CBAB01CE21D4}"/>
              </a:ext>
            </a:extLst>
          </p:cNvPr>
          <p:cNvSpPr/>
          <p:nvPr/>
        </p:nvSpPr>
        <p:spPr>
          <a:xfrm>
            <a:off x="190500" y="2950808"/>
            <a:ext cx="11772901" cy="1421440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4" name="CasellaDiTesto 203">
            <a:extLst>
              <a:ext uri="{FF2B5EF4-FFF2-40B4-BE49-F238E27FC236}">
                <a16:creationId xmlns:a16="http://schemas.microsoft.com/office/drawing/2014/main" id="{0400096F-CB99-470C-B885-7FB33E5A16C5}"/>
              </a:ext>
            </a:extLst>
          </p:cNvPr>
          <p:cNvSpPr txBox="1"/>
          <p:nvPr/>
        </p:nvSpPr>
        <p:spPr>
          <a:xfrm>
            <a:off x="2105025" y="3617698"/>
            <a:ext cx="184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Patient, </a:t>
            </a:r>
            <a:r>
              <a:rPr lang="it-IT" sz="1200" dirty="0" err="1"/>
              <a:t>Observation</a:t>
            </a:r>
            <a:r>
              <a:rPr lang="it-IT" sz="1200" dirty="0"/>
              <a:t>, Condition, </a:t>
            </a:r>
            <a:r>
              <a:rPr lang="it-IT" sz="1200" dirty="0" err="1"/>
              <a:t>Medication</a:t>
            </a:r>
            <a:r>
              <a:rPr lang="it-IT" sz="1200" dirty="0"/>
              <a:t>, Procedure, </a:t>
            </a:r>
            <a:r>
              <a:rPr lang="it-IT" sz="1200" dirty="0" err="1"/>
              <a:t>DiagReport</a:t>
            </a:r>
            <a:endParaRPr lang="it-IT" sz="1200" dirty="0"/>
          </a:p>
        </p:txBody>
      </p:sp>
      <p:sp>
        <p:nvSpPr>
          <p:cNvPr id="205" name="Rettangolo con angoli arrotondati 204">
            <a:extLst>
              <a:ext uri="{FF2B5EF4-FFF2-40B4-BE49-F238E27FC236}">
                <a16:creationId xmlns:a16="http://schemas.microsoft.com/office/drawing/2014/main" id="{41DEFBC4-8EA4-451C-975E-8FA79B0D6CE7}"/>
              </a:ext>
            </a:extLst>
          </p:cNvPr>
          <p:cNvSpPr/>
          <p:nvPr/>
        </p:nvSpPr>
        <p:spPr>
          <a:xfrm>
            <a:off x="4316873" y="3361656"/>
            <a:ext cx="1857969" cy="902373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06" name="CasellaDiTesto 205">
            <a:extLst>
              <a:ext uri="{FF2B5EF4-FFF2-40B4-BE49-F238E27FC236}">
                <a16:creationId xmlns:a16="http://schemas.microsoft.com/office/drawing/2014/main" id="{DE07B999-484B-4C46-9B7C-9626D38683D4}"/>
              </a:ext>
            </a:extLst>
          </p:cNvPr>
          <p:cNvSpPr txBox="1"/>
          <p:nvPr/>
        </p:nvSpPr>
        <p:spPr>
          <a:xfrm>
            <a:off x="4324944" y="33603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OMOP CDM v5.4</a:t>
            </a:r>
          </a:p>
        </p:txBody>
      </p:sp>
      <p:sp>
        <p:nvSpPr>
          <p:cNvPr id="207" name="CasellaDiTesto 206">
            <a:extLst>
              <a:ext uri="{FF2B5EF4-FFF2-40B4-BE49-F238E27FC236}">
                <a16:creationId xmlns:a16="http://schemas.microsoft.com/office/drawing/2014/main" id="{A9807F9B-9CF1-40FB-863E-DD8ED051D5AA}"/>
              </a:ext>
            </a:extLst>
          </p:cNvPr>
          <p:cNvSpPr txBox="1"/>
          <p:nvPr/>
        </p:nvSpPr>
        <p:spPr>
          <a:xfrm>
            <a:off x="4304160" y="3627223"/>
            <a:ext cx="185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Standardized</a:t>
            </a:r>
            <a:r>
              <a:rPr lang="it-IT" sz="1200" dirty="0"/>
              <a:t> </a:t>
            </a:r>
            <a:r>
              <a:rPr lang="it-IT" sz="1200" dirty="0" err="1"/>
              <a:t>tables</a:t>
            </a:r>
            <a:r>
              <a:rPr lang="it-IT" sz="1200" dirty="0"/>
              <a:t>, </a:t>
            </a:r>
          </a:p>
          <a:p>
            <a:pPr algn="ctr"/>
            <a:r>
              <a:rPr lang="it-IT" sz="1200" dirty="0"/>
              <a:t>ATLAS </a:t>
            </a:r>
            <a:r>
              <a:rPr lang="it-IT" sz="1200" dirty="0" err="1"/>
              <a:t>cohort</a:t>
            </a:r>
            <a:r>
              <a:rPr lang="it-IT" sz="1200" dirty="0"/>
              <a:t> </a:t>
            </a:r>
            <a:r>
              <a:rPr lang="it-IT" sz="1200" dirty="0" err="1"/>
              <a:t>defs</a:t>
            </a:r>
            <a:r>
              <a:rPr lang="it-IT" sz="1200" dirty="0"/>
              <a:t>, </a:t>
            </a:r>
          </a:p>
          <a:p>
            <a:pPr algn="ctr"/>
            <a:r>
              <a:rPr lang="it-IT" sz="1200" dirty="0"/>
              <a:t>Feature </a:t>
            </a:r>
            <a:r>
              <a:rPr lang="it-IT" sz="1200" dirty="0" err="1"/>
              <a:t>Extraction</a:t>
            </a:r>
            <a:endParaRPr lang="it-IT" sz="1200" dirty="0"/>
          </a:p>
        </p:txBody>
      </p:sp>
      <p:sp>
        <p:nvSpPr>
          <p:cNvPr id="208" name="Rettangolo con angoli arrotondati 207">
            <a:extLst>
              <a:ext uri="{FF2B5EF4-FFF2-40B4-BE49-F238E27FC236}">
                <a16:creationId xmlns:a16="http://schemas.microsoft.com/office/drawing/2014/main" id="{B6D9698B-B3B5-48DD-BBD1-40449B2D13F7}"/>
              </a:ext>
            </a:extLst>
          </p:cNvPr>
          <p:cNvSpPr/>
          <p:nvPr/>
        </p:nvSpPr>
        <p:spPr>
          <a:xfrm>
            <a:off x="6536198" y="3361656"/>
            <a:ext cx="1857969" cy="902373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09" name="CasellaDiTesto 208">
            <a:extLst>
              <a:ext uri="{FF2B5EF4-FFF2-40B4-BE49-F238E27FC236}">
                <a16:creationId xmlns:a16="http://schemas.microsoft.com/office/drawing/2014/main" id="{A83025EA-6415-48A6-808B-2A44553D7C1F}"/>
              </a:ext>
            </a:extLst>
          </p:cNvPr>
          <p:cNvSpPr txBox="1"/>
          <p:nvPr/>
        </p:nvSpPr>
        <p:spPr>
          <a:xfrm>
            <a:off x="6544269" y="336031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IHE </a:t>
            </a:r>
            <a:r>
              <a:rPr lang="it-IT" sz="1200" b="1" dirty="0" err="1"/>
              <a:t>Profiles</a:t>
            </a:r>
            <a:endParaRPr lang="it-IT" sz="1200" b="1" dirty="0"/>
          </a:p>
        </p:txBody>
      </p:sp>
      <p:sp>
        <p:nvSpPr>
          <p:cNvPr id="210" name="CasellaDiTesto 209">
            <a:extLst>
              <a:ext uri="{FF2B5EF4-FFF2-40B4-BE49-F238E27FC236}">
                <a16:creationId xmlns:a16="http://schemas.microsoft.com/office/drawing/2014/main" id="{38A90616-6164-4A43-B453-F137E33593FE}"/>
              </a:ext>
            </a:extLst>
          </p:cNvPr>
          <p:cNvSpPr txBox="1"/>
          <p:nvPr/>
        </p:nvSpPr>
        <p:spPr>
          <a:xfrm>
            <a:off x="6522031" y="3627223"/>
            <a:ext cx="188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ATNA (audit), BPPC,</a:t>
            </a:r>
          </a:p>
          <a:p>
            <a:pPr algn="ctr"/>
            <a:r>
              <a:rPr lang="it-IT" sz="1200" dirty="0"/>
              <a:t>(</a:t>
            </a:r>
            <a:r>
              <a:rPr lang="it-IT" sz="1200" dirty="0" err="1"/>
              <a:t>consent</a:t>
            </a:r>
            <a:r>
              <a:rPr lang="it-IT" sz="1200" dirty="0"/>
              <a:t>), XCA (cross-border), PIX/PDQ, XUA</a:t>
            </a:r>
          </a:p>
        </p:txBody>
      </p:sp>
      <p:sp>
        <p:nvSpPr>
          <p:cNvPr id="211" name="Rettangolo con angoli arrotondati 210">
            <a:extLst>
              <a:ext uri="{FF2B5EF4-FFF2-40B4-BE49-F238E27FC236}">
                <a16:creationId xmlns:a16="http://schemas.microsoft.com/office/drawing/2014/main" id="{053B4088-3D12-4950-8919-6247F5843AB2}"/>
              </a:ext>
            </a:extLst>
          </p:cNvPr>
          <p:cNvSpPr/>
          <p:nvPr/>
        </p:nvSpPr>
        <p:spPr>
          <a:xfrm>
            <a:off x="8736473" y="3371181"/>
            <a:ext cx="1857969" cy="892848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12" name="CasellaDiTesto 211">
            <a:extLst>
              <a:ext uri="{FF2B5EF4-FFF2-40B4-BE49-F238E27FC236}">
                <a16:creationId xmlns:a16="http://schemas.microsoft.com/office/drawing/2014/main" id="{D3192181-0A98-4235-B171-6827D573321A}"/>
              </a:ext>
            </a:extLst>
          </p:cNvPr>
          <p:cNvSpPr txBox="1"/>
          <p:nvPr/>
        </p:nvSpPr>
        <p:spPr>
          <a:xfrm>
            <a:off x="8744544" y="336984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Cross-Border Exchange</a:t>
            </a:r>
          </a:p>
        </p:txBody>
      </p:sp>
      <p:sp>
        <p:nvSpPr>
          <p:cNvPr id="213" name="CasellaDiTesto 212">
            <a:extLst>
              <a:ext uri="{FF2B5EF4-FFF2-40B4-BE49-F238E27FC236}">
                <a16:creationId xmlns:a16="http://schemas.microsoft.com/office/drawing/2014/main" id="{776F3C52-3729-4804-8D11-1DDD01D0A224}"/>
              </a:ext>
            </a:extLst>
          </p:cNvPr>
          <p:cNvSpPr txBox="1"/>
          <p:nvPr/>
        </p:nvSpPr>
        <p:spPr>
          <a:xfrm>
            <a:off x="8723760" y="3636748"/>
            <a:ext cx="185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JSON-LD </a:t>
            </a:r>
            <a:r>
              <a:rPr lang="it-IT" sz="1200" dirty="0" err="1"/>
              <a:t>permits</a:t>
            </a:r>
            <a:r>
              <a:rPr lang="it-IT" sz="1200" dirty="0"/>
              <a:t>,</a:t>
            </a:r>
          </a:p>
          <a:p>
            <a:pPr algn="ctr"/>
            <a:r>
              <a:rPr lang="it-IT" sz="1200" dirty="0" err="1"/>
              <a:t>Protocol</a:t>
            </a:r>
            <a:r>
              <a:rPr lang="it-IT" sz="1200" dirty="0"/>
              <a:t> Buffers,</a:t>
            </a:r>
          </a:p>
          <a:p>
            <a:pPr algn="ctr"/>
            <a:r>
              <a:rPr lang="it-IT" sz="1200" dirty="0" err="1"/>
              <a:t>eIDAS</a:t>
            </a:r>
            <a:r>
              <a:rPr lang="it-IT" sz="1200" dirty="0"/>
              <a:t> signatures</a:t>
            </a:r>
          </a:p>
        </p:txBody>
      </p:sp>
      <p:sp>
        <p:nvSpPr>
          <p:cNvPr id="217" name="CasellaDiTesto 216">
            <a:extLst>
              <a:ext uri="{FF2B5EF4-FFF2-40B4-BE49-F238E27FC236}">
                <a16:creationId xmlns:a16="http://schemas.microsoft.com/office/drawing/2014/main" id="{896792BD-95B2-4EB4-AF49-41C647EC3036}"/>
              </a:ext>
            </a:extLst>
          </p:cNvPr>
          <p:cNvSpPr txBox="1"/>
          <p:nvPr/>
        </p:nvSpPr>
        <p:spPr>
          <a:xfrm>
            <a:off x="209550" y="4641231"/>
            <a:ext cx="1196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Security &amp; </a:t>
            </a:r>
            <a:r>
              <a:rPr lang="it-IT" dirty="0" err="1"/>
              <a:t>Compliance</a:t>
            </a:r>
            <a:endParaRPr lang="it-IT" dirty="0"/>
          </a:p>
        </p:txBody>
      </p:sp>
      <p:sp>
        <p:nvSpPr>
          <p:cNvPr id="218" name="Rettangolo con angoli arrotondati 217">
            <a:extLst>
              <a:ext uri="{FF2B5EF4-FFF2-40B4-BE49-F238E27FC236}">
                <a16:creationId xmlns:a16="http://schemas.microsoft.com/office/drawing/2014/main" id="{4F99F040-64B6-4B8E-AD24-38ED4161E7B0}"/>
              </a:ext>
            </a:extLst>
          </p:cNvPr>
          <p:cNvSpPr/>
          <p:nvPr/>
        </p:nvSpPr>
        <p:spPr>
          <a:xfrm>
            <a:off x="2116598" y="5047581"/>
            <a:ext cx="1857969" cy="598390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19" name="CasellaDiTesto 218">
            <a:extLst>
              <a:ext uri="{FF2B5EF4-FFF2-40B4-BE49-F238E27FC236}">
                <a16:creationId xmlns:a16="http://schemas.microsoft.com/office/drawing/2014/main" id="{BED4A11A-6D81-4C03-965E-FB4B0A66169F}"/>
              </a:ext>
            </a:extLst>
          </p:cNvPr>
          <p:cNvSpPr txBox="1"/>
          <p:nvPr/>
        </p:nvSpPr>
        <p:spPr>
          <a:xfrm>
            <a:off x="2116598" y="5046244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TLS 1.3</a:t>
            </a:r>
          </a:p>
        </p:txBody>
      </p:sp>
      <p:sp>
        <p:nvSpPr>
          <p:cNvPr id="220" name="Rettangolo con angoli arrotondati 219">
            <a:extLst>
              <a:ext uri="{FF2B5EF4-FFF2-40B4-BE49-F238E27FC236}">
                <a16:creationId xmlns:a16="http://schemas.microsoft.com/office/drawing/2014/main" id="{D66A26BE-4305-457B-B93A-74962A55E9D6}"/>
              </a:ext>
            </a:extLst>
          </p:cNvPr>
          <p:cNvSpPr/>
          <p:nvPr/>
        </p:nvSpPr>
        <p:spPr>
          <a:xfrm>
            <a:off x="200025" y="4617683"/>
            <a:ext cx="11772901" cy="1161782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1" name="CasellaDiTesto 220">
            <a:extLst>
              <a:ext uri="{FF2B5EF4-FFF2-40B4-BE49-F238E27FC236}">
                <a16:creationId xmlns:a16="http://schemas.microsoft.com/office/drawing/2014/main" id="{62277A6A-8675-4C8C-913B-014CD7711EF7}"/>
              </a:ext>
            </a:extLst>
          </p:cNvPr>
          <p:cNvSpPr txBox="1"/>
          <p:nvPr/>
        </p:nvSpPr>
        <p:spPr>
          <a:xfrm>
            <a:off x="2114550" y="5313148"/>
            <a:ext cx="1847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mTLS</a:t>
            </a:r>
            <a:r>
              <a:rPr lang="it-IT" sz="1200" dirty="0"/>
              <a:t> </a:t>
            </a:r>
            <a:r>
              <a:rPr lang="it-IT" sz="1200" dirty="0" err="1"/>
              <a:t>node</a:t>
            </a:r>
            <a:r>
              <a:rPr lang="it-IT" sz="1200" dirty="0"/>
              <a:t> </a:t>
            </a:r>
            <a:r>
              <a:rPr lang="it-IT" sz="1200" dirty="0" err="1"/>
              <a:t>auth</a:t>
            </a:r>
            <a:endParaRPr lang="it-IT" sz="1200" dirty="0"/>
          </a:p>
        </p:txBody>
      </p:sp>
      <p:sp>
        <p:nvSpPr>
          <p:cNvPr id="222" name="Rettangolo con angoli arrotondati 221">
            <a:extLst>
              <a:ext uri="{FF2B5EF4-FFF2-40B4-BE49-F238E27FC236}">
                <a16:creationId xmlns:a16="http://schemas.microsoft.com/office/drawing/2014/main" id="{F7E734F8-B60D-4BD7-9C1B-84F0481B73C8}"/>
              </a:ext>
            </a:extLst>
          </p:cNvPr>
          <p:cNvSpPr/>
          <p:nvPr/>
        </p:nvSpPr>
        <p:spPr>
          <a:xfrm>
            <a:off x="4326398" y="5057106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23" name="CasellaDiTesto 222">
            <a:extLst>
              <a:ext uri="{FF2B5EF4-FFF2-40B4-BE49-F238E27FC236}">
                <a16:creationId xmlns:a16="http://schemas.microsoft.com/office/drawing/2014/main" id="{EA92FAEE-31EB-421C-B3B5-B3288FF0E719}"/>
              </a:ext>
            </a:extLst>
          </p:cNvPr>
          <p:cNvSpPr txBox="1"/>
          <p:nvPr/>
        </p:nvSpPr>
        <p:spPr>
          <a:xfrm>
            <a:off x="4334469" y="505576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/>
              <a:t>eIDAS</a:t>
            </a:r>
            <a:endParaRPr lang="it-IT" sz="1200" b="1" dirty="0"/>
          </a:p>
        </p:txBody>
      </p:sp>
      <p:sp>
        <p:nvSpPr>
          <p:cNvPr id="224" name="CasellaDiTesto 223">
            <a:extLst>
              <a:ext uri="{FF2B5EF4-FFF2-40B4-BE49-F238E27FC236}">
                <a16:creationId xmlns:a16="http://schemas.microsoft.com/office/drawing/2014/main" id="{AE9710EB-9C40-47AC-A209-72C8B9AA7551}"/>
              </a:ext>
            </a:extLst>
          </p:cNvPr>
          <p:cNvSpPr txBox="1"/>
          <p:nvPr/>
        </p:nvSpPr>
        <p:spPr>
          <a:xfrm>
            <a:off x="4313685" y="5322673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Electronic signatures</a:t>
            </a:r>
          </a:p>
        </p:txBody>
      </p:sp>
      <p:sp>
        <p:nvSpPr>
          <p:cNvPr id="225" name="Rettangolo con angoli arrotondati 224">
            <a:extLst>
              <a:ext uri="{FF2B5EF4-FFF2-40B4-BE49-F238E27FC236}">
                <a16:creationId xmlns:a16="http://schemas.microsoft.com/office/drawing/2014/main" id="{02549911-EC1F-48D9-9179-C01CACABFE4F}"/>
              </a:ext>
            </a:extLst>
          </p:cNvPr>
          <p:cNvSpPr/>
          <p:nvPr/>
        </p:nvSpPr>
        <p:spPr>
          <a:xfrm>
            <a:off x="6545723" y="5057106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26" name="CasellaDiTesto 225">
            <a:extLst>
              <a:ext uri="{FF2B5EF4-FFF2-40B4-BE49-F238E27FC236}">
                <a16:creationId xmlns:a16="http://schemas.microsoft.com/office/drawing/2014/main" id="{9E393AD1-019B-427F-82EF-FCC86070A1EE}"/>
              </a:ext>
            </a:extLst>
          </p:cNvPr>
          <p:cNvSpPr txBox="1"/>
          <p:nvPr/>
        </p:nvSpPr>
        <p:spPr>
          <a:xfrm>
            <a:off x="6553794" y="5055769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GDPR art. 30</a:t>
            </a:r>
          </a:p>
        </p:txBody>
      </p:sp>
      <p:sp>
        <p:nvSpPr>
          <p:cNvPr id="227" name="CasellaDiTesto 226">
            <a:extLst>
              <a:ext uri="{FF2B5EF4-FFF2-40B4-BE49-F238E27FC236}">
                <a16:creationId xmlns:a16="http://schemas.microsoft.com/office/drawing/2014/main" id="{682370C3-FB4E-4A2D-B888-DE8A5FF76BD4}"/>
              </a:ext>
            </a:extLst>
          </p:cNvPr>
          <p:cNvSpPr txBox="1"/>
          <p:nvPr/>
        </p:nvSpPr>
        <p:spPr>
          <a:xfrm>
            <a:off x="6531556" y="5322673"/>
            <a:ext cx="1880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Audit </a:t>
            </a:r>
            <a:r>
              <a:rPr lang="it-IT" sz="1200" dirty="0" err="1"/>
              <a:t>trail</a:t>
            </a:r>
            <a:r>
              <a:rPr lang="it-IT" sz="1200" dirty="0"/>
              <a:t> </a:t>
            </a:r>
            <a:r>
              <a:rPr lang="it-IT" sz="1200" dirty="0" err="1"/>
              <a:t>logging</a:t>
            </a:r>
            <a:endParaRPr lang="it-IT" sz="1200" dirty="0"/>
          </a:p>
        </p:txBody>
      </p:sp>
      <p:sp>
        <p:nvSpPr>
          <p:cNvPr id="228" name="Rettangolo con angoli arrotondati 227">
            <a:extLst>
              <a:ext uri="{FF2B5EF4-FFF2-40B4-BE49-F238E27FC236}">
                <a16:creationId xmlns:a16="http://schemas.microsoft.com/office/drawing/2014/main" id="{48C6E538-B3C8-48E0-9E50-CD817FD555F2}"/>
              </a:ext>
            </a:extLst>
          </p:cNvPr>
          <p:cNvSpPr/>
          <p:nvPr/>
        </p:nvSpPr>
        <p:spPr>
          <a:xfrm>
            <a:off x="8745998" y="5066631"/>
            <a:ext cx="1857969" cy="59756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29" name="CasellaDiTesto 228">
            <a:extLst>
              <a:ext uri="{FF2B5EF4-FFF2-40B4-BE49-F238E27FC236}">
                <a16:creationId xmlns:a16="http://schemas.microsoft.com/office/drawing/2014/main" id="{18EE30A0-B716-48AE-AEB9-ACF0EA951938}"/>
              </a:ext>
            </a:extLst>
          </p:cNvPr>
          <p:cNvSpPr txBox="1"/>
          <p:nvPr/>
        </p:nvSpPr>
        <p:spPr>
          <a:xfrm>
            <a:off x="8754069" y="5065294"/>
            <a:ext cx="184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W3C PROV-O</a:t>
            </a:r>
          </a:p>
        </p:txBody>
      </p:sp>
      <p:sp>
        <p:nvSpPr>
          <p:cNvPr id="230" name="CasellaDiTesto 229">
            <a:extLst>
              <a:ext uri="{FF2B5EF4-FFF2-40B4-BE49-F238E27FC236}">
                <a16:creationId xmlns:a16="http://schemas.microsoft.com/office/drawing/2014/main" id="{0FD14659-645B-41FF-BBFA-BB9027E7034D}"/>
              </a:ext>
            </a:extLst>
          </p:cNvPr>
          <p:cNvSpPr txBox="1"/>
          <p:nvPr/>
        </p:nvSpPr>
        <p:spPr>
          <a:xfrm>
            <a:off x="8733285" y="5332198"/>
            <a:ext cx="1857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Data </a:t>
            </a:r>
            <a:r>
              <a:rPr lang="it-IT" sz="1200" dirty="0" err="1"/>
              <a:t>provenance</a:t>
            </a:r>
            <a:endParaRPr lang="it-IT" sz="1200" dirty="0"/>
          </a:p>
        </p:txBody>
      </p:sp>
      <p:sp>
        <p:nvSpPr>
          <p:cNvPr id="231" name="Rettangolo con angoli arrotondati 230">
            <a:extLst>
              <a:ext uri="{FF2B5EF4-FFF2-40B4-BE49-F238E27FC236}">
                <a16:creationId xmlns:a16="http://schemas.microsoft.com/office/drawing/2014/main" id="{E1309614-2ECA-46D9-846E-EE15CE17D9D0}"/>
              </a:ext>
            </a:extLst>
          </p:cNvPr>
          <p:cNvSpPr/>
          <p:nvPr/>
        </p:nvSpPr>
        <p:spPr>
          <a:xfrm>
            <a:off x="190500" y="6024900"/>
            <a:ext cx="11772901" cy="801969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2" name="Rettangolo con angoli arrotondati 231">
            <a:extLst>
              <a:ext uri="{FF2B5EF4-FFF2-40B4-BE49-F238E27FC236}">
                <a16:creationId xmlns:a16="http://schemas.microsoft.com/office/drawing/2014/main" id="{A2B2F2B3-FC82-4A49-980D-1B2DFBD43F18}"/>
              </a:ext>
            </a:extLst>
          </p:cNvPr>
          <p:cNvSpPr/>
          <p:nvPr/>
        </p:nvSpPr>
        <p:spPr>
          <a:xfrm>
            <a:off x="2114550" y="6144857"/>
            <a:ext cx="8476703" cy="598390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3" name="CasellaDiTesto 232">
            <a:extLst>
              <a:ext uri="{FF2B5EF4-FFF2-40B4-BE49-F238E27FC236}">
                <a16:creationId xmlns:a16="http://schemas.microsoft.com/office/drawing/2014/main" id="{E2DDBFED-51A1-4AFA-9CA5-83F55FBEAD15}"/>
              </a:ext>
            </a:extLst>
          </p:cNvPr>
          <p:cNvSpPr txBox="1"/>
          <p:nvPr/>
        </p:nvSpPr>
        <p:spPr>
          <a:xfrm>
            <a:off x="2114550" y="6143520"/>
            <a:ext cx="8467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FL Training Engine</a:t>
            </a:r>
          </a:p>
        </p:txBody>
      </p:sp>
      <p:sp>
        <p:nvSpPr>
          <p:cNvPr id="234" name="CasellaDiTesto 233">
            <a:extLst>
              <a:ext uri="{FF2B5EF4-FFF2-40B4-BE49-F238E27FC236}">
                <a16:creationId xmlns:a16="http://schemas.microsoft.com/office/drawing/2014/main" id="{B7C75C7B-F4DC-45FD-933D-1E8C2C3B51AC}"/>
              </a:ext>
            </a:extLst>
          </p:cNvPr>
          <p:cNvSpPr txBox="1"/>
          <p:nvPr/>
        </p:nvSpPr>
        <p:spPr>
          <a:xfrm>
            <a:off x="2114550" y="6420519"/>
            <a:ext cx="8476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Harmonized</a:t>
            </a:r>
            <a:r>
              <a:rPr lang="it-IT" sz="1200" dirty="0"/>
              <a:t> feature </a:t>
            </a:r>
            <a:r>
              <a:rPr lang="it-IT" sz="1200" dirty="0" err="1"/>
              <a:t>tensors</a:t>
            </a:r>
            <a:r>
              <a:rPr lang="it-IT" sz="1200" dirty="0"/>
              <a:t> </a:t>
            </a:r>
            <a:r>
              <a:rPr lang="it-IT" sz="1200" i="1" dirty="0"/>
              <a:t>(</a:t>
            </a:r>
            <a:r>
              <a:rPr lang="it-IT" sz="1200" i="1" dirty="0" err="1"/>
              <a:t>X,y</a:t>
            </a:r>
            <a:r>
              <a:rPr lang="it-IT" sz="1200" i="1" dirty="0"/>
              <a:t>) </a:t>
            </a:r>
            <a:r>
              <a:rPr lang="it-IT" sz="1200" dirty="0"/>
              <a:t>from FHIR/OMOP -&gt; </a:t>
            </a:r>
            <a:r>
              <a:rPr lang="it-IT" sz="1200" dirty="0" err="1"/>
              <a:t>local</a:t>
            </a:r>
            <a:r>
              <a:rPr lang="it-IT" sz="1200" dirty="0"/>
              <a:t> model training -&gt; </a:t>
            </a:r>
            <a:r>
              <a:rPr lang="it-IT" sz="1200" dirty="0" err="1"/>
              <a:t>gradient</a:t>
            </a:r>
            <a:r>
              <a:rPr lang="it-IT" sz="1200" dirty="0"/>
              <a:t> upload </a:t>
            </a:r>
            <a:r>
              <a:rPr lang="it-IT" sz="1200" dirty="0" err="1"/>
              <a:t>within</a:t>
            </a:r>
            <a:r>
              <a:rPr lang="it-IT" sz="1200" dirty="0"/>
              <a:t> SPE</a:t>
            </a:r>
          </a:p>
        </p:txBody>
      </p:sp>
    </p:spTree>
    <p:extLst>
      <p:ext uri="{BB962C8B-B14F-4D97-AF65-F5344CB8AC3E}">
        <p14:creationId xmlns:p14="http://schemas.microsoft.com/office/powerpoint/2010/main" val="15927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4206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4" name="Rettangolo con angoli arrotondati 123">
            <a:extLst>
              <a:ext uri="{FF2B5EF4-FFF2-40B4-BE49-F238E27FC236}">
                <a16:creationId xmlns:a16="http://schemas.microsoft.com/office/drawing/2014/main" id="{014DF15D-B58E-4340-9825-B3E95F92F6B3}"/>
              </a:ext>
            </a:extLst>
          </p:cNvPr>
          <p:cNvSpPr/>
          <p:nvPr/>
        </p:nvSpPr>
        <p:spPr>
          <a:xfrm>
            <a:off x="2733308" y="2296502"/>
            <a:ext cx="5529830" cy="2172105"/>
          </a:xfrm>
          <a:prstGeom prst="roundRect">
            <a:avLst>
              <a:gd name="adj" fmla="val 808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45657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940231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27521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561999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1919433"/>
            <a:ext cx="9473930" cy="2490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1909908"/>
            <a:ext cx="9473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784877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45732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16362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86835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57307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410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77590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185228"/>
            <a:ext cx="1866900" cy="564314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88221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586931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288000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79442" y="26633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(art.53)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77590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47146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168244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87296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577694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2663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4"/>
            <a:ext cx="2066925" cy="1771290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46656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17286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877588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58231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3125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5511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5626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5688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5688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5511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5688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85282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54905" y="3797853"/>
            <a:ext cx="1637588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Non-IID Adaptation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82712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r>
              <a:rPr lang="it-IT" sz="1000" dirty="0">
                <a:solidFill>
                  <a:schemeClr val="tx1"/>
                </a:solidFill>
              </a:rPr>
              <a:t> |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6757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8482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955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1716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765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600575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889387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411439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672589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935955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97850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456716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2"/>
            <a:ext cx="12118112" cy="219232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228508"/>
            <a:ext cx="12118112" cy="229608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553473"/>
            <a:ext cx="12118112" cy="2276239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5619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8266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826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1501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8106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1133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764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6877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863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11578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8274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14035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5717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5016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8383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1486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8320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1645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7192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7192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188147"/>
            <a:ext cx="13758" cy="5515348"/>
          </a:xfrm>
          <a:prstGeom prst="bentConnector3">
            <a:avLst>
              <a:gd name="adj1" fmla="val 75870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713416"/>
            <a:ext cx="130" cy="3726109"/>
          </a:xfrm>
          <a:prstGeom prst="bentConnector3">
            <a:avLst>
              <a:gd name="adj1" fmla="val -8310846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618148"/>
            <a:ext cx="14505" cy="1902011"/>
          </a:xfrm>
          <a:prstGeom prst="bentConnector3">
            <a:avLst>
              <a:gd name="adj1" fmla="val 79607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137596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973989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474122"/>
            <a:ext cx="0" cy="20520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37476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171334"/>
            <a:ext cx="1" cy="22680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148616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60584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9176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774741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852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7353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939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7440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16319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66401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  <p:sp>
        <p:nvSpPr>
          <p:cNvPr id="122" name="Rettangolo con angoli arrotondati 121">
            <a:extLst>
              <a:ext uri="{FF2B5EF4-FFF2-40B4-BE49-F238E27FC236}">
                <a16:creationId xmlns:a16="http://schemas.microsoft.com/office/drawing/2014/main" id="{24BF83CA-B280-465F-A2DC-7DE716ECB006}"/>
              </a:ext>
            </a:extLst>
          </p:cNvPr>
          <p:cNvSpPr/>
          <p:nvPr/>
        </p:nvSpPr>
        <p:spPr>
          <a:xfrm>
            <a:off x="4703548" y="3823354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Clipping</a:t>
            </a:r>
          </a:p>
        </p:txBody>
      </p:sp>
      <p:sp>
        <p:nvSpPr>
          <p:cNvPr id="123" name="Rettangolo con angoli arrotondati 122">
            <a:extLst>
              <a:ext uri="{FF2B5EF4-FFF2-40B4-BE49-F238E27FC236}">
                <a16:creationId xmlns:a16="http://schemas.microsoft.com/office/drawing/2014/main" id="{B77F68B8-81EC-400A-AF71-68F30B9BC5AB}"/>
              </a:ext>
            </a:extLst>
          </p:cNvPr>
          <p:cNvSpPr/>
          <p:nvPr/>
        </p:nvSpPr>
        <p:spPr>
          <a:xfrm>
            <a:off x="2855954" y="4106861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25" name="Rettangolo con angoli arrotondati 124">
            <a:extLst>
              <a:ext uri="{FF2B5EF4-FFF2-40B4-BE49-F238E27FC236}">
                <a16:creationId xmlns:a16="http://schemas.microsoft.com/office/drawing/2014/main" id="{8F874333-11AE-489D-93C1-7996F3AC23F4}"/>
              </a:ext>
            </a:extLst>
          </p:cNvPr>
          <p:cNvSpPr/>
          <p:nvPr/>
        </p:nvSpPr>
        <p:spPr>
          <a:xfrm>
            <a:off x="6242731" y="4610100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27" name="Rettangolo con angoli arrotondati 126">
            <a:extLst>
              <a:ext uri="{FF2B5EF4-FFF2-40B4-BE49-F238E27FC236}">
                <a16:creationId xmlns:a16="http://schemas.microsoft.com/office/drawing/2014/main" id="{91EB1254-1FF4-4669-90B3-631CB3339C4B}"/>
              </a:ext>
            </a:extLst>
          </p:cNvPr>
          <p:cNvSpPr/>
          <p:nvPr/>
        </p:nvSpPr>
        <p:spPr>
          <a:xfrm>
            <a:off x="6242729" y="4898912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28" name="Rettangolo con angoli arrotondati 127">
            <a:extLst>
              <a:ext uri="{FF2B5EF4-FFF2-40B4-BE49-F238E27FC236}">
                <a16:creationId xmlns:a16="http://schemas.microsoft.com/office/drawing/2014/main" id="{7CA22138-DAFA-4B90-93B1-5708DA1F4CDE}"/>
              </a:ext>
            </a:extLst>
          </p:cNvPr>
          <p:cNvSpPr/>
          <p:nvPr/>
        </p:nvSpPr>
        <p:spPr>
          <a:xfrm>
            <a:off x="6242728" y="542096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29" name="Rettangolo con angoli arrotondati 128">
            <a:extLst>
              <a:ext uri="{FF2B5EF4-FFF2-40B4-BE49-F238E27FC236}">
                <a16:creationId xmlns:a16="http://schemas.microsoft.com/office/drawing/2014/main" id="{549A4C19-6471-46BF-9D68-D32735957117}"/>
              </a:ext>
            </a:extLst>
          </p:cNvPr>
          <p:cNvSpPr/>
          <p:nvPr/>
        </p:nvSpPr>
        <p:spPr>
          <a:xfrm>
            <a:off x="6242727" y="568211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30" name="Rettangolo con angoli arrotondati 129">
            <a:extLst>
              <a:ext uri="{FF2B5EF4-FFF2-40B4-BE49-F238E27FC236}">
                <a16:creationId xmlns:a16="http://schemas.microsoft.com/office/drawing/2014/main" id="{8D69D76E-7CDD-46C0-B788-78271936FEA5}"/>
              </a:ext>
            </a:extLst>
          </p:cNvPr>
          <p:cNvSpPr/>
          <p:nvPr/>
        </p:nvSpPr>
        <p:spPr>
          <a:xfrm>
            <a:off x="6242727" y="5945480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32" name="Rettangolo con angoli arrotondati 131">
            <a:extLst>
              <a:ext uri="{FF2B5EF4-FFF2-40B4-BE49-F238E27FC236}">
                <a16:creationId xmlns:a16="http://schemas.microsoft.com/office/drawing/2014/main" id="{F5107E62-0C7F-4C69-8F8A-53EA55B1EDA5}"/>
              </a:ext>
            </a:extLst>
          </p:cNvPr>
          <p:cNvSpPr/>
          <p:nvPr/>
        </p:nvSpPr>
        <p:spPr>
          <a:xfrm>
            <a:off x="6242726" y="6207375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33" name="Rettangolo con angoli arrotondati 132">
            <a:extLst>
              <a:ext uri="{FF2B5EF4-FFF2-40B4-BE49-F238E27FC236}">
                <a16:creationId xmlns:a16="http://schemas.microsoft.com/office/drawing/2014/main" id="{66C7A31F-01DE-438D-8223-FCBF03EAAB64}"/>
              </a:ext>
            </a:extLst>
          </p:cNvPr>
          <p:cNvSpPr/>
          <p:nvPr/>
        </p:nvSpPr>
        <p:spPr>
          <a:xfrm>
            <a:off x="6247345" y="6466241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134" name="Rettangolo con angoli arrotondati 133">
            <a:extLst>
              <a:ext uri="{FF2B5EF4-FFF2-40B4-BE49-F238E27FC236}">
                <a16:creationId xmlns:a16="http://schemas.microsoft.com/office/drawing/2014/main" id="{CA40EBB0-9747-4CDD-9FDA-F6ECD3B9F48C}"/>
              </a:ext>
            </a:extLst>
          </p:cNvPr>
          <p:cNvSpPr/>
          <p:nvPr/>
        </p:nvSpPr>
        <p:spPr>
          <a:xfrm>
            <a:off x="6238106" y="5158141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35" name="CasellaDiTesto 134">
            <a:extLst>
              <a:ext uri="{FF2B5EF4-FFF2-40B4-BE49-F238E27FC236}">
                <a16:creationId xmlns:a16="http://schemas.microsoft.com/office/drawing/2014/main" id="{35EDC4A2-67DA-4FA8-A8C1-27041996E871}"/>
              </a:ext>
            </a:extLst>
          </p:cNvPr>
          <p:cNvSpPr txBox="1"/>
          <p:nvPr/>
        </p:nvSpPr>
        <p:spPr>
          <a:xfrm>
            <a:off x="6260266" y="4615368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136" name="Rettangolo con angoli arrotondati 135">
            <a:extLst>
              <a:ext uri="{FF2B5EF4-FFF2-40B4-BE49-F238E27FC236}">
                <a16:creationId xmlns:a16="http://schemas.microsoft.com/office/drawing/2014/main" id="{D79727F6-8E84-474A-AEB7-11B5449A3847}"/>
              </a:ext>
            </a:extLst>
          </p:cNvPr>
          <p:cNvSpPr/>
          <p:nvPr/>
        </p:nvSpPr>
        <p:spPr>
          <a:xfrm>
            <a:off x="9033556" y="4610100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7" name="Rettangolo con angoli arrotondati 136">
            <a:extLst>
              <a:ext uri="{FF2B5EF4-FFF2-40B4-BE49-F238E27FC236}">
                <a16:creationId xmlns:a16="http://schemas.microsoft.com/office/drawing/2014/main" id="{0AC4318A-0D7E-4FEF-A20D-96E25EE514F6}"/>
              </a:ext>
            </a:extLst>
          </p:cNvPr>
          <p:cNvSpPr/>
          <p:nvPr/>
        </p:nvSpPr>
        <p:spPr>
          <a:xfrm>
            <a:off x="9033554" y="4898912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38" name="Rettangolo con angoli arrotondati 137">
            <a:extLst>
              <a:ext uri="{FF2B5EF4-FFF2-40B4-BE49-F238E27FC236}">
                <a16:creationId xmlns:a16="http://schemas.microsoft.com/office/drawing/2014/main" id="{FADE06F5-0E6F-4854-A297-46A0A3B45DD5}"/>
              </a:ext>
            </a:extLst>
          </p:cNvPr>
          <p:cNvSpPr/>
          <p:nvPr/>
        </p:nvSpPr>
        <p:spPr>
          <a:xfrm>
            <a:off x="9033553" y="542096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39" name="Rettangolo con angoli arrotondati 138">
            <a:extLst>
              <a:ext uri="{FF2B5EF4-FFF2-40B4-BE49-F238E27FC236}">
                <a16:creationId xmlns:a16="http://schemas.microsoft.com/office/drawing/2014/main" id="{D6468980-E7CC-4546-972A-4719E8437372}"/>
              </a:ext>
            </a:extLst>
          </p:cNvPr>
          <p:cNvSpPr/>
          <p:nvPr/>
        </p:nvSpPr>
        <p:spPr>
          <a:xfrm>
            <a:off x="9033552" y="568211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40" name="Rettangolo con angoli arrotondati 139">
            <a:extLst>
              <a:ext uri="{FF2B5EF4-FFF2-40B4-BE49-F238E27FC236}">
                <a16:creationId xmlns:a16="http://schemas.microsoft.com/office/drawing/2014/main" id="{7D586BE5-B26C-45C0-ACAB-34398CF8C278}"/>
              </a:ext>
            </a:extLst>
          </p:cNvPr>
          <p:cNvSpPr/>
          <p:nvPr/>
        </p:nvSpPr>
        <p:spPr>
          <a:xfrm>
            <a:off x="9033552" y="5945480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41" name="Rettangolo con angoli arrotondati 140">
            <a:extLst>
              <a:ext uri="{FF2B5EF4-FFF2-40B4-BE49-F238E27FC236}">
                <a16:creationId xmlns:a16="http://schemas.microsoft.com/office/drawing/2014/main" id="{E175C705-051A-456E-A45A-8F3D9334C1B3}"/>
              </a:ext>
            </a:extLst>
          </p:cNvPr>
          <p:cNvSpPr/>
          <p:nvPr/>
        </p:nvSpPr>
        <p:spPr>
          <a:xfrm>
            <a:off x="9033551" y="6207375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42" name="Rettangolo con angoli arrotondati 141">
            <a:extLst>
              <a:ext uri="{FF2B5EF4-FFF2-40B4-BE49-F238E27FC236}">
                <a16:creationId xmlns:a16="http://schemas.microsoft.com/office/drawing/2014/main" id="{BDA0093F-167C-410B-9373-9654EDF52A03}"/>
              </a:ext>
            </a:extLst>
          </p:cNvPr>
          <p:cNvSpPr/>
          <p:nvPr/>
        </p:nvSpPr>
        <p:spPr>
          <a:xfrm>
            <a:off x="9038170" y="6466241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143" name="Rettangolo con angoli arrotondati 142">
            <a:extLst>
              <a:ext uri="{FF2B5EF4-FFF2-40B4-BE49-F238E27FC236}">
                <a16:creationId xmlns:a16="http://schemas.microsoft.com/office/drawing/2014/main" id="{064F1AB0-E42D-4133-B5AB-8EA2DE8F4775}"/>
              </a:ext>
            </a:extLst>
          </p:cNvPr>
          <p:cNvSpPr/>
          <p:nvPr/>
        </p:nvSpPr>
        <p:spPr>
          <a:xfrm>
            <a:off x="9028931" y="5158141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10D02007-822D-4B8F-A73E-634C6512CD94}"/>
              </a:ext>
            </a:extLst>
          </p:cNvPr>
          <p:cNvSpPr txBox="1"/>
          <p:nvPr/>
        </p:nvSpPr>
        <p:spPr>
          <a:xfrm>
            <a:off x="9051091" y="4615368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C (Member)</a:t>
            </a:r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93E87F5B-C9D9-4ABC-8947-5D19BA4B4F4F}"/>
              </a:ext>
            </a:extLst>
          </p:cNvPr>
          <p:cNvSpPr txBox="1"/>
          <p:nvPr/>
        </p:nvSpPr>
        <p:spPr>
          <a:xfrm>
            <a:off x="2741686" y="2246860"/>
            <a:ext cx="552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SECURE PROCESSING ENVIRONMENT (SPE) – HealthData@EU Infrastructure</a:t>
            </a:r>
          </a:p>
        </p:txBody>
      </p: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671450"/>
            <a:ext cx="7546" cy="1802366"/>
          </a:xfrm>
          <a:prstGeom prst="bentConnector3">
            <a:avLst>
              <a:gd name="adj1" fmla="val 166880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4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(art.53)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54905" y="3721653"/>
            <a:ext cx="1637588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Non-IID Adaptation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06512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r>
              <a:rPr lang="it-IT" sz="1000" dirty="0">
                <a:solidFill>
                  <a:schemeClr val="tx1"/>
                </a:solidFill>
              </a:rPr>
              <a:t> |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09137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090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6591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177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6678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25844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75926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  <p:sp>
        <p:nvSpPr>
          <p:cNvPr id="122" name="Rettangolo con angoli arrotondati 121">
            <a:extLst>
              <a:ext uri="{FF2B5EF4-FFF2-40B4-BE49-F238E27FC236}">
                <a16:creationId xmlns:a16="http://schemas.microsoft.com/office/drawing/2014/main" id="{24BF83CA-B280-465F-A2DC-7DE716ECB006}"/>
              </a:ext>
            </a:extLst>
          </p:cNvPr>
          <p:cNvSpPr/>
          <p:nvPr/>
        </p:nvSpPr>
        <p:spPr>
          <a:xfrm>
            <a:off x="4703548" y="3747154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Clipping</a:t>
            </a:r>
          </a:p>
        </p:txBody>
      </p:sp>
      <p:sp>
        <p:nvSpPr>
          <p:cNvPr id="123" name="Rettangolo con angoli arrotondati 122">
            <a:extLst>
              <a:ext uri="{FF2B5EF4-FFF2-40B4-BE49-F238E27FC236}">
                <a16:creationId xmlns:a16="http://schemas.microsoft.com/office/drawing/2014/main" id="{B77F68B8-81EC-400A-AF71-68F30B9BC5AB}"/>
              </a:ext>
            </a:extLst>
          </p:cNvPr>
          <p:cNvSpPr/>
          <p:nvPr/>
        </p:nvSpPr>
        <p:spPr>
          <a:xfrm>
            <a:off x="2855954" y="4030661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Chaeckpointing</a:t>
            </a:r>
            <a:endParaRPr lang="it-IT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4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aa705ed4-dc95-4468-8f11-8f368b237bda"/>
    <ds:schemaRef ds:uri="http://schemas.microsoft.com/office/2006/metadata/properties"/>
    <ds:schemaRef ds:uri="http://purl.org/dc/terms/"/>
    <ds:schemaRef ds:uri="http://schemas.microsoft.com/office/infopath/2007/PartnerControls"/>
    <ds:schemaRef ds:uri="94d2f9b8-77bc-4f2b-bb70-861e498a49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812</Words>
  <Application>Microsoft Office PowerPoint</Application>
  <PresentationFormat>Widescreen</PresentationFormat>
  <Paragraphs>241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15</cp:revision>
  <dcterms:created xsi:type="dcterms:W3CDTF">2026-02-18T09:17:37Z</dcterms:created>
  <dcterms:modified xsi:type="dcterms:W3CDTF">2026-02-18T16:57:34Z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